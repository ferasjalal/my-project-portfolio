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3" r:id="rId29"/>
    <p:sldId id="315" r:id="rId30"/>
    <p:sldId id="314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256" r:id="rId40"/>
    <p:sldId id="283" r:id="rId41"/>
    <p:sldId id="257" r:id="rId42"/>
    <p:sldId id="258" r:id="rId43"/>
    <p:sldId id="259" r:id="rId44"/>
    <p:sldId id="260" r:id="rId45"/>
    <p:sldId id="261" r:id="rId46"/>
    <p:sldId id="262" r:id="rId47"/>
    <p:sldId id="263" r:id="rId48"/>
    <p:sldId id="264" r:id="rId49"/>
    <p:sldId id="265" r:id="rId50"/>
    <p:sldId id="266" r:id="rId51"/>
    <p:sldId id="267" r:id="rId52"/>
    <p:sldId id="284" r:id="rId53"/>
    <p:sldId id="268" r:id="rId54"/>
    <p:sldId id="269" r:id="rId55"/>
    <p:sldId id="270" r:id="rId56"/>
    <p:sldId id="271" r:id="rId57"/>
    <p:sldId id="272" r:id="rId58"/>
    <p:sldId id="273" r:id="rId59"/>
    <p:sldId id="274" r:id="rId60"/>
    <p:sldId id="275" r:id="rId61"/>
    <p:sldId id="276" r:id="rId62"/>
    <p:sldId id="277" r:id="rId63"/>
    <p:sldId id="278" r:id="rId64"/>
    <p:sldId id="279" r:id="rId65"/>
    <p:sldId id="280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4BA6F-FD84-4A87-8C20-D859982EBC84}" v="231" dt="2026-01-17T18:28:53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5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ALOUDAT" userId="bd6ae013-b9ad-41b2-a034-15711ddeffef" providerId="ADAL" clId="{67003982-54EA-498E-B2A4-8D283FD9A717}"/>
    <pc:docChg chg="undo custSel addSld delSld modSld sldOrd">
      <pc:chgData name="FERAS ALOUDAT" userId="bd6ae013-b9ad-41b2-a034-15711ddeffef" providerId="ADAL" clId="{67003982-54EA-498E-B2A4-8D283FD9A717}" dt="2026-01-17T18:30:56.360" v="3958" actId="47"/>
      <pc:docMkLst>
        <pc:docMk/>
      </pc:docMkLst>
      <pc:sldChg chg="modSp new mod">
        <pc:chgData name="FERAS ALOUDAT" userId="bd6ae013-b9ad-41b2-a034-15711ddeffef" providerId="ADAL" clId="{67003982-54EA-498E-B2A4-8D283FD9A717}" dt="2026-01-17T18:24:12.069" v="3894" actId="20577"/>
        <pc:sldMkLst>
          <pc:docMk/>
          <pc:sldMk cId="2152641434" sldId="256"/>
        </pc:sldMkLst>
        <pc:spChg chg="mod">
          <ac:chgData name="FERAS ALOUDAT" userId="bd6ae013-b9ad-41b2-a034-15711ddeffef" providerId="ADAL" clId="{67003982-54EA-498E-B2A4-8D283FD9A717}" dt="2026-01-16T13:29:29.886" v="30" actId="20577"/>
          <ac:spMkLst>
            <pc:docMk/>
            <pc:sldMk cId="2152641434" sldId="256"/>
            <ac:spMk id="2" creationId="{D336BDD1-C883-4E01-96BE-4D3DC06DFA52}"/>
          </ac:spMkLst>
        </pc:spChg>
        <pc:spChg chg="mod">
          <ac:chgData name="FERAS ALOUDAT" userId="bd6ae013-b9ad-41b2-a034-15711ddeffef" providerId="ADAL" clId="{67003982-54EA-498E-B2A4-8D283FD9A717}" dt="2026-01-17T18:24:12.069" v="3894" actId="20577"/>
          <ac:spMkLst>
            <pc:docMk/>
            <pc:sldMk cId="2152641434" sldId="256"/>
            <ac:spMk id="3" creationId="{FA26E536-ED3C-4EF5-8DEA-588A96005A3B}"/>
          </ac:spMkLst>
        </pc:spChg>
      </pc:sldChg>
      <pc:sldChg chg="addSp delSp modSp new mod">
        <pc:chgData name="FERAS ALOUDAT" userId="bd6ae013-b9ad-41b2-a034-15711ddeffef" providerId="ADAL" clId="{67003982-54EA-498E-B2A4-8D283FD9A717}" dt="2026-01-16T13:32:51.642" v="121" actId="20577"/>
        <pc:sldMkLst>
          <pc:docMk/>
          <pc:sldMk cId="4103427145" sldId="257"/>
        </pc:sldMkLst>
        <pc:spChg chg="mod">
          <ac:chgData name="FERAS ALOUDAT" userId="bd6ae013-b9ad-41b2-a034-15711ddeffef" providerId="ADAL" clId="{67003982-54EA-498E-B2A4-8D283FD9A717}" dt="2026-01-16T13:31:51.931" v="81"/>
          <ac:spMkLst>
            <pc:docMk/>
            <pc:sldMk cId="4103427145" sldId="257"/>
            <ac:spMk id="2" creationId="{F699330C-0E6E-7131-E363-389464B664B7}"/>
          </ac:spMkLst>
        </pc:spChg>
        <pc:spChg chg="add del mod">
          <ac:chgData name="FERAS ALOUDAT" userId="bd6ae013-b9ad-41b2-a034-15711ddeffef" providerId="ADAL" clId="{67003982-54EA-498E-B2A4-8D283FD9A717}" dt="2026-01-16T13:32:51.642" v="121" actId="20577"/>
          <ac:spMkLst>
            <pc:docMk/>
            <pc:sldMk cId="4103427145" sldId="257"/>
            <ac:spMk id="3" creationId="{A5E198C5-418F-E0EF-52B6-D85E382A4D51}"/>
          </ac:spMkLst>
        </pc:spChg>
        <pc:spChg chg="add mod">
          <ac:chgData name="FERAS ALOUDAT" userId="bd6ae013-b9ad-41b2-a034-15711ddeffef" providerId="ADAL" clId="{67003982-54EA-498E-B2A4-8D283FD9A717}" dt="2026-01-16T13:31:59.174" v="83"/>
          <ac:spMkLst>
            <pc:docMk/>
            <pc:sldMk cId="4103427145" sldId="257"/>
            <ac:spMk id="4" creationId="{549F981B-77B9-1CD6-777F-976C18709109}"/>
          </ac:spMkLst>
        </pc:spChg>
      </pc:sldChg>
      <pc:sldChg chg="modSp new mod">
        <pc:chgData name="FERAS ALOUDAT" userId="bd6ae013-b9ad-41b2-a034-15711ddeffef" providerId="ADAL" clId="{67003982-54EA-498E-B2A4-8D283FD9A717}" dt="2026-01-16T13:33:57.422" v="129"/>
        <pc:sldMkLst>
          <pc:docMk/>
          <pc:sldMk cId="3983960442" sldId="258"/>
        </pc:sldMkLst>
        <pc:spChg chg="mod">
          <ac:chgData name="FERAS ALOUDAT" userId="bd6ae013-b9ad-41b2-a034-15711ddeffef" providerId="ADAL" clId="{67003982-54EA-498E-B2A4-8D283FD9A717}" dt="2026-01-16T13:33:29.828" v="122"/>
          <ac:spMkLst>
            <pc:docMk/>
            <pc:sldMk cId="3983960442" sldId="258"/>
            <ac:spMk id="2" creationId="{95ECDCF3-6FE7-9FB9-4982-126582ED6EDB}"/>
          </ac:spMkLst>
        </pc:spChg>
        <pc:spChg chg="mod">
          <ac:chgData name="FERAS ALOUDAT" userId="bd6ae013-b9ad-41b2-a034-15711ddeffef" providerId="ADAL" clId="{67003982-54EA-498E-B2A4-8D283FD9A717}" dt="2026-01-16T13:33:57.422" v="129"/>
          <ac:spMkLst>
            <pc:docMk/>
            <pc:sldMk cId="3983960442" sldId="258"/>
            <ac:spMk id="3" creationId="{E477140A-7327-72A3-3AEF-204D397943FA}"/>
          </ac:spMkLst>
        </pc:spChg>
      </pc:sldChg>
      <pc:sldChg chg="modSp add mod">
        <pc:chgData name="FERAS ALOUDAT" userId="bd6ae013-b9ad-41b2-a034-15711ddeffef" providerId="ADAL" clId="{67003982-54EA-498E-B2A4-8D283FD9A717}" dt="2026-01-16T13:34:27.788" v="136" actId="20577"/>
        <pc:sldMkLst>
          <pc:docMk/>
          <pc:sldMk cId="3005288466" sldId="259"/>
        </pc:sldMkLst>
        <pc:spChg chg="mod">
          <ac:chgData name="FERAS ALOUDAT" userId="bd6ae013-b9ad-41b2-a034-15711ddeffef" providerId="ADAL" clId="{67003982-54EA-498E-B2A4-8D283FD9A717}" dt="2026-01-16T13:34:12.615" v="130"/>
          <ac:spMkLst>
            <pc:docMk/>
            <pc:sldMk cId="3005288466" sldId="259"/>
            <ac:spMk id="2" creationId="{5A71909D-A14F-A099-DF63-0EBFF08646EF}"/>
          </ac:spMkLst>
        </pc:spChg>
        <pc:spChg chg="mod">
          <ac:chgData name="FERAS ALOUDAT" userId="bd6ae013-b9ad-41b2-a034-15711ddeffef" providerId="ADAL" clId="{67003982-54EA-498E-B2A4-8D283FD9A717}" dt="2026-01-16T13:34:27.788" v="136" actId="20577"/>
          <ac:spMkLst>
            <pc:docMk/>
            <pc:sldMk cId="3005288466" sldId="259"/>
            <ac:spMk id="3" creationId="{7F325852-33D1-082B-3140-4C92AB102AE2}"/>
          </ac:spMkLst>
        </pc:spChg>
      </pc:sldChg>
      <pc:sldChg chg="modSp add mod">
        <pc:chgData name="FERAS ALOUDAT" userId="bd6ae013-b9ad-41b2-a034-15711ddeffef" providerId="ADAL" clId="{67003982-54EA-498E-B2A4-8D283FD9A717}" dt="2026-01-16T13:35:59.506" v="151"/>
        <pc:sldMkLst>
          <pc:docMk/>
          <pc:sldMk cId="4276047688" sldId="260"/>
        </pc:sldMkLst>
        <pc:spChg chg="mod">
          <ac:chgData name="FERAS ALOUDAT" userId="bd6ae013-b9ad-41b2-a034-15711ddeffef" providerId="ADAL" clId="{67003982-54EA-498E-B2A4-8D283FD9A717}" dt="2026-01-16T13:35:20.316" v="137"/>
          <ac:spMkLst>
            <pc:docMk/>
            <pc:sldMk cId="4276047688" sldId="260"/>
            <ac:spMk id="2" creationId="{2663C384-45ED-241A-7A96-3569939C0BAE}"/>
          </ac:spMkLst>
        </pc:spChg>
        <pc:spChg chg="mod">
          <ac:chgData name="FERAS ALOUDAT" userId="bd6ae013-b9ad-41b2-a034-15711ddeffef" providerId="ADAL" clId="{67003982-54EA-498E-B2A4-8D283FD9A717}" dt="2026-01-16T13:35:59.506" v="151"/>
          <ac:spMkLst>
            <pc:docMk/>
            <pc:sldMk cId="4276047688" sldId="260"/>
            <ac:spMk id="3" creationId="{D774A2EB-D92F-E7F5-E76A-4490CE5D7251}"/>
          </ac:spMkLst>
        </pc:spChg>
      </pc:sldChg>
      <pc:sldChg chg="modSp add mod">
        <pc:chgData name="FERAS ALOUDAT" userId="bd6ae013-b9ad-41b2-a034-15711ddeffef" providerId="ADAL" clId="{67003982-54EA-498E-B2A4-8D283FD9A717}" dt="2026-01-16T13:36:36.105" v="159"/>
        <pc:sldMkLst>
          <pc:docMk/>
          <pc:sldMk cId="3530778471" sldId="261"/>
        </pc:sldMkLst>
        <pc:spChg chg="mod">
          <ac:chgData name="FERAS ALOUDAT" userId="bd6ae013-b9ad-41b2-a034-15711ddeffef" providerId="ADAL" clId="{67003982-54EA-498E-B2A4-8D283FD9A717}" dt="2026-01-16T13:36:09.211" v="152"/>
          <ac:spMkLst>
            <pc:docMk/>
            <pc:sldMk cId="3530778471" sldId="261"/>
            <ac:spMk id="2" creationId="{788086FB-7566-F422-DB91-1E429D71314B}"/>
          </ac:spMkLst>
        </pc:spChg>
        <pc:spChg chg="mod">
          <ac:chgData name="FERAS ALOUDAT" userId="bd6ae013-b9ad-41b2-a034-15711ddeffef" providerId="ADAL" clId="{67003982-54EA-498E-B2A4-8D283FD9A717}" dt="2026-01-16T13:36:36.105" v="159"/>
          <ac:spMkLst>
            <pc:docMk/>
            <pc:sldMk cId="3530778471" sldId="261"/>
            <ac:spMk id="3" creationId="{DE343233-ABF4-D2D7-32D1-D18C92E1E03B}"/>
          </ac:spMkLst>
        </pc:spChg>
      </pc:sldChg>
      <pc:sldChg chg="modSp add mod">
        <pc:chgData name="FERAS ALOUDAT" userId="bd6ae013-b9ad-41b2-a034-15711ddeffef" providerId="ADAL" clId="{67003982-54EA-498E-B2A4-8D283FD9A717}" dt="2026-01-16T13:42:21.104" v="329" actId="20577"/>
        <pc:sldMkLst>
          <pc:docMk/>
          <pc:sldMk cId="947859370" sldId="262"/>
        </pc:sldMkLst>
        <pc:spChg chg="mod">
          <ac:chgData name="FERAS ALOUDAT" userId="bd6ae013-b9ad-41b2-a034-15711ddeffef" providerId="ADAL" clId="{67003982-54EA-498E-B2A4-8D283FD9A717}" dt="2026-01-16T13:36:47.659" v="160"/>
          <ac:spMkLst>
            <pc:docMk/>
            <pc:sldMk cId="947859370" sldId="262"/>
            <ac:spMk id="2" creationId="{0232785E-D55A-EDA2-3F9D-590F9DC2B3F4}"/>
          </ac:spMkLst>
        </pc:spChg>
        <pc:spChg chg="mod">
          <ac:chgData name="FERAS ALOUDAT" userId="bd6ae013-b9ad-41b2-a034-15711ddeffef" providerId="ADAL" clId="{67003982-54EA-498E-B2A4-8D283FD9A717}" dt="2026-01-16T13:42:21.104" v="329" actId="20577"/>
          <ac:spMkLst>
            <pc:docMk/>
            <pc:sldMk cId="947859370" sldId="262"/>
            <ac:spMk id="3" creationId="{F4ECCB01-689B-F3D4-6055-20E9ADFAF4F8}"/>
          </ac:spMkLst>
        </pc:spChg>
      </pc:sldChg>
      <pc:sldChg chg="modSp add mod">
        <pc:chgData name="FERAS ALOUDAT" userId="bd6ae013-b9ad-41b2-a034-15711ddeffef" providerId="ADAL" clId="{67003982-54EA-498E-B2A4-8D283FD9A717}" dt="2026-01-16T13:51:21.595" v="421" actId="20577"/>
        <pc:sldMkLst>
          <pc:docMk/>
          <pc:sldMk cId="361717562" sldId="263"/>
        </pc:sldMkLst>
        <pc:spChg chg="mod">
          <ac:chgData name="FERAS ALOUDAT" userId="bd6ae013-b9ad-41b2-a034-15711ddeffef" providerId="ADAL" clId="{67003982-54EA-498E-B2A4-8D283FD9A717}" dt="2026-01-16T13:50:22.583" v="331"/>
          <ac:spMkLst>
            <pc:docMk/>
            <pc:sldMk cId="361717562" sldId="263"/>
            <ac:spMk id="2" creationId="{43F980F9-C448-6721-3C94-20E53A1F4115}"/>
          </ac:spMkLst>
        </pc:spChg>
        <pc:spChg chg="mod">
          <ac:chgData name="FERAS ALOUDAT" userId="bd6ae013-b9ad-41b2-a034-15711ddeffef" providerId="ADAL" clId="{67003982-54EA-498E-B2A4-8D283FD9A717}" dt="2026-01-16T13:51:21.595" v="421" actId="20577"/>
          <ac:spMkLst>
            <pc:docMk/>
            <pc:sldMk cId="361717562" sldId="263"/>
            <ac:spMk id="3" creationId="{4EC210F4-728C-C681-F652-716994F1D835}"/>
          </ac:spMkLst>
        </pc:spChg>
      </pc:sldChg>
      <pc:sldChg chg="modSp add mod">
        <pc:chgData name="FERAS ALOUDAT" userId="bd6ae013-b9ad-41b2-a034-15711ddeffef" providerId="ADAL" clId="{67003982-54EA-498E-B2A4-8D283FD9A717}" dt="2026-01-16T13:53:00.023" v="523"/>
        <pc:sldMkLst>
          <pc:docMk/>
          <pc:sldMk cId="476750441" sldId="264"/>
        </pc:sldMkLst>
        <pc:spChg chg="mod">
          <ac:chgData name="FERAS ALOUDAT" userId="bd6ae013-b9ad-41b2-a034-15711ddeffef" providerId="ADAL" clId="{67003982-54EA-498E-B2A4-8D283FD9A717}" dt="2026-01-16T13:51:35.196" v="422"/>
          <ac:spMkLst>
            <pc:docMk/>
            <pc:sldMk cId="476750441" sldId="264"/>
            <ac:spMk id="2" creationId="{36B6A22A-9BF3-EC96-0A78-2499FE30E65A}"/>
          </ac:spMkLst>
        </pc:spChg>
        <pc:spChg chg="mod">
          <ac:chgData name="FERAS ALOUDAT" userId="bd6ae013-b9ad-41b2-a034-15711ddeffef" providerId="ADAL" clId="{67003982-54EA-498E-B2A4-8D283FD9A717}" dt="2026-01-16T13:53:00.023" v="523"/>
          <ac:spMkLst>
            <pc:docMk/>
            <pc:sldMk cId="476750441" sldId="264"/>
            <ac:spMk id="3" creationId="{09FC45D4-A398-ECEF-2A72-6EAD0CDF6863}"/>
          </ac:spMkLst>
        </pc:spChg>
      </pc:sldChg>
      <pc:sldChg chg="addSp modSp add mod">
        <pc:chgData name="FERAS ALOUDAT" userId="bd6ae013-b9ad-41b2-a034-15711ddeffef" providerId="ADAL" clId="{67003982-54EA-498E-B2A4-8D283FD9A717}" dt="2026-01-16T13:58:32.724" v="676" actId="20577"/>
        <pc:sldMkLst>
          <pc:docMk/>
          <pc:sldMk cId="2236713384" sldId="265"/>
        </pc:sldMkLst>
        <pc:spChg chg="mod">
          <ac:chgData name="FERAS ALOUDAT" userId="bd6ae013-b9ad-41b2-a034-15711ddeffef" providerId="ADAL" clId="{67003982-54EA-498E-B2A4-8D283FD9A717}" dt="2026-01-16T13:53:18.719" v="524"/>
          <ac:spMkLst>
            <pc:docMk/>
            <pc:sldMk cId="2236713384" sldId="265"/>
            <ac:spMk id="2" creationId="{BAE4AB42-8F95-596C-60CC-1C3EA9BF4450}"/>
          </ac:spMkLst>
        </pc:spChg>
        <pc:spChg chg="mod">
          <ac:chgData name="FERAS ALOUDAT" userId="bd6ae013-b9ad-41b2-a034-15711ddeffef" providerId="ADAL" clId="{67003982-54EA-498E-B2A4-8D283FD9A717}" dt="2026-01-16T13:58:32.724" v="676" actId="20577"/>
          <ac:spMkLst>
            <pc:docMk/>
            <pc:sldMk cId="2236713384" sldId="265"/>
            <ac:spMk id="3" creationId="{2E7D79C7-F8FC-120F-FC8E-3D6DDEEBC9F3}"/>
          </ac:spMkLst>
        </pc:spChg>
        <pc:spChg chg="add">
          <ac:chgData name="FERAS ALOUDAT" userId="bd6ae013-b9ad-41b2-a034-15711ddeffef" providerId="ADAL" clId="{67003982-54EA-498E-B2A4-8D283FD9A717}" dt="2026-01-16T13:57:31.614" v="579"/>
          <ac:spMkLst>
            <pc:docMk/>
            <pc:sldMk cId="2236713384" sldId="265"/>
            <ac:spMk id="4" creationId="{786CEAC8-EB3F-B27C-8408-A19D3EBB5255}"/>
          </ac:spMkLst>
        </pc:spChg>
        <pc:spChg chg="add">
          <ac:chgData name="FERAS ALOUDAT" userId="bd6ae013-b9ad-41b2-a034-15711ddeffef" providerId="ADAL" clId="{67003982-54EA-498E-B2A4-8D283FD9A717}" dt="2026-01-16T13:57:34.477" v="580"/>
          <ac:spMkLst>
            <pc:docMk/>
            <pc:sldMk cId="2236713384" sldId="265"/>
            <ac:spMk id="5" creationId="{197C2759-2DD9-7887-183A-20B46234F691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6T14:11:03.953" v="969" actId="403"/>
        <pc:sldMkLst>
          <pc:docMk/>
          <pc:sldMk cId="783015055" sldId="266"/>
        </pc:sldMkLst>
        <pc:spChg chg="mod">
          <ac:chgData name="FERAS ALOUDAT" userId="bd6ae013-b9ad-41b2-a034-15711ddeffef" providerId="ADAL" clId="{67003982-54EA-498E-B2A4-8D283FD9A717}" dt="2026-01-16T13:59:07.605" v="702" actId="404"/>
          <ac:spMkLst>
            <pc:docMk/>
            <pc:sldMk cId="783015055" sldId="266"/>
            <ac:spMk id="2" creationId="{C50B0696-447D-8C2D-F4FF-1A6EED276CFB}"/>
          </ac:spMkLst>
        </pc:spChg>
        <pc:spChg chg="add del mod">
          <ac:chgData name="FERAS ALOUDAT" userId="bd6ae013-b9ad-41b2-a034-15711ddeffef" providerId="ADAL" clId="{67003982-54EA-498E-B2A4-8D283FD9A717}" dt="2026-01-16T14:02:23.725" v="825" actId="14100"/>
          <ac:spMkLst>
            <pc:docMk/>
            <pc:sldMk cId="783015055" sldId="266"/>
            <ac:spMk id="3" creationId="{3E1A9336-FCD3-7AF2-0988-735197B7F46F}"/>
          </ac:spMkLst>
        </pc:spChg>
        <pc:spChg chg="add mod">
          <ac:chgData name="FERAS ALOUDAT" userId="bd6ae013-b9ad-41b2-a034-15711ddeffef" providerId="ADAL" clId="{67003982-54EA-498E-B2A4-8D283FD9A717}" dt="2026-01-16T14:00:02.906" v="719"/>
          <ac:spMkLst>
            <pc:docMk/>
            <pc:sldMk cId="783015055" sldId="266"/>
            <ac:spMk id="4" creationId="{B6565028-BFA0-E049-1750-360727D925B8}"/>
          </ac:spMkLst>
        </pc:spChg>
        <pc:spChg chg="add mod">
          <ac:chgData name="FERAS ALOUDAT" userId="bd6ae013-b9ad-41b2-a034-15711ddeffef" providerId="ADAL" clId="{67003982-54EA-498E-B2A4-8D283FD9A717}" dt="2026-01-16T14:00:15.374" v="721"/>
          <ac:spMkLst>
            <pc:docMk/>
            <pc:sldMk cId="783015055" sldId="266"/>
            <ac:spMk id="5" creationId="{2E069A71-0E12-920D-AF73-A01797094395}"/>
          </ac:spMkLst>
        </pc:spChg>
        <pc:spChg chg="add mod">
          <ac:chgData name="FERAS ALOUDAT" userId="bd6ae013-b9ad-41b2-a034-15711ddeffef" providerId="ADAL" clId="{67003982-54EA-498E-B2A4-8D283FD9A717}" dt="2026-01-16T14:11:03.953" v="969" actId="403"/>
          <ac:spMkLst>
            <pc:docMk/>
            <pc:sldMk cId="783015055" sldId="266"/>
            <ac:spMk id="6" creationId="{CA826A37-5CBD-91D9-E1F3-5E99810378F3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6T14:12:29.075" v="1022" actId="403"/>
        <pc:sldMkLst>
          <pc:docMk/>
          <pc:sldMk cId="3664380287" sldId="267"/>
        </pc:sldMkLst>
        <pc:spChg chg="mod">
          <ac:chgData name="FERAS ALOUDAT" userId="bd6ae013-b9ad-41b2-a034-15711ddeffef" providerId="ADAL" clId="{67003982-54EA-498E-B2A4-8D283FD9A717}" dt="2026-01-16T14:12:03.472" v="996" actId="313"/>
          <ac:spMkLst>
            <pc:docMk/>
            <pc:sldMk cId="3664380287" sldId="267"/>
            <ac:spMk id="2" creationId="{5DD2BC6C-4677-B955-2681-1C7BA17278E3}"/>
          </ac:spMkLst>
        </pc:spChg>
        <pc:spChg chg="add del">
          <ac:chgData name="FERAS ALOUDAT" userId="bd6ae013-b9ad-41b2-a034-15711ddeffef" providerId="ADAL" clId="{67003982-54EA-498E-B2A4-8D283FD9A717}" dt="2026-01-16T14:11:29.790" v="992"/>
          <ac:spMkLst>
            <pc:docMk/>
            <pc:sldMk cId="3664380287" sldId="267"/>
            <ac:spMk id="3" creationId="{B8654DED-FBBF-6B6F-8345-19B56E1C4D67}"/>
          </ac:spMkLst>
        </pc:spChg>
        <pc:graphicFrameChg chg="add mod modGraphic">
          <ac:chgData name="FERAS ALOUDAT" userId="bd6ae013-b9ad-41b2-a034-15711ddeffef" providerId="ADAL" clId="{67003982-54EA-498E-B2A4-8D283FD9A717}" dt="2026-01-16T14:12:29.075" v="1022" actId="403"/>
          <ac:graphicFrameMkLst>
            <pc:docMk/>
            <pc:sldMk cId="3664380287" sldId="267"/>
            <ac:graphicFrameMk id="4" creationId="{BBF88082-169C-5942-E4D3-3E5D383CB740}"/>
          </ac:graphicFrameMkLst>
        </pc:graphicFrameChg>
      </pc:sldChg>
      <pc:sldChg chg="addSp delSp modSp add mod">
        <pc:chgData name="FERAS ALOUDAT" userId="bd6ae013-b9ad-41b2-a034-15711ddeffef" providerId="ADAL" clId="{67003982-54EA-498E-B2A4-8D283FD9A717}" dt="2026-01-16T14:20:37.101" v="1198" actId="14100"/>
        <pc:sldMkLst>
          <pc:docMk/>
          <pc:sldMk cId="1213695083" sldId="268"/>
        </pc:sldMkLst>
        <pc:spChg chg="mod">
          <ac:chgData name="FERAS ALOUDAT" userId="bd6ae013-b9ad-41b2-a034-15711ddeffef" providerId="ADAL" clId="{67003982-54EA-498E-B2A4-8D283FD9A717}" dt="2026-01-16T14:19:22.366" v="1174" actId="20577"/>
          <ac:spMkLst>
            <pc:docMk/>
            <pc:sldMk cId="1213695083" sldId="268"/>
            <ac:spMk id="2" creationId="{17C7060F-182F-CB66-B7A0-7D43BFF0B84D}"/>
          </ac:spMkLst>
        </pc:spChg>
        <pc:spChg chg="add del mod">
          <ac:chgData name="FERAS ALOUDAT" userId="bd6ae013-b9ad-41b2-a034-15711ddeffef" providerId="ADAL" clId="{67003982-54EA-498E-B2A4-8D283FD9A717}" dt="2026-01-16T14:19:57.388" v="1177"/>
          <ac:spMkLst>
            <pc:docMk/>
            <pc:sldMk cId="1213695083" sldId="268"/>
            <ac:spMk id="3" creationId="{D2714BF8-A3C9-09FB-4CA2-2C3B8882E9E1}"/>
          </ac:spMkLst>
        </pc:spChg>
        <pc:graphicFrameChg chg="add mod">
          <ac:chgData name="FERAS ALOUDAT" userId="bd6ae013-b9ad-41b2-a034-15711ddeffef" providerId="ADAL" clId="{67003982-54EA-498E-B2A4-8D283FD9A717}" dt="2026-01-16T14:12:44.084" v="1024"/>
          <ac:graphicFrameMkLst>
            <pc:docMk/>
            <pc:sldMk cId="1213695083" sldId="268"/>
            <ac:graphicFrameMk id="4" creationId="{890682FB-B9E4-AD37-3D09-5478362A8A52}"/>
          </ac:graphicFrameMkLst>
        </pc:graphicFrameChg>
        <pc:graphicFrameChg chg="add mod">
          <ac:chgData name="FERAS ALOUDAT" userId="bd6ae013-b9ad-41b2-a034-15711ddeffef" providerId="ADAL" clId="{67003982-54EA-498E-B2A4-8D283FD9A717}" dt="2026-01-16T14:12:56.568" v="1026"/>
          <ac:graphicFrameMkLst>
            <pc:docMk/>
            <pc:sldMk cId="1213695083" sldId="268"/>
            <ac:graphicFrameMk id="5" creationId="{DE4D3E8E-570E-79D3-548E-FE6F6F369517}"/>
          </ac:graphicFrameMkLst>
        </pc:graphicFrameChg>
        <pc:graphicFrameChg chg="add mod modGraphic">
          <ac:chgData name="FERAS ALOUDAT" userId="bd6ae013-b9ad-41b2-a034-15711ddeffef" providerId="ADAL" clId="{67003982-54EA-498E-B2A4-8D283FD9A717}" dt="2026-01-16T14:20:37.101" v="1198" actId="14100"/>
          <ac:graphicFrameMkLst>
            <pc:docMk/>
            <pc:sldMk cId="1213695083" sldId="268"/>
            <ac:graphicFrameMk id="6" creationId="{A071BC4F-D599-1F66-0F67-6AC5A90E8F72}"/>
          </ac:graphicFrameMkLst>
        </pc:graphicFrameChg>
      </pc:sldChg>
      <pc:sldChg chg="addSp delSp modSp add mod">
        <pc:chgData name="FERAS ALOUDAT" userId="bd6ae013-b9ad-41b2-a034-15711ddeffef" providerId="ADAL" clId="{67003982-54EA-498E-B2A4-8D283FD9A717}" dt="2026-01-16T14:26:21.972" v="1234" actId="403"/>
        <pc:sldMkLst>
          <pc:docMk/>
          <pc:sldMk cId="3844489715" sldId="269"/>
        </pc:sldMkLst>
        <pc:spChg chg="mod">
          <ac:chgData name="FERAS ALOUDAT" userId="bd6ae013-b9ad-41b2-a034-15711ddeffef" providerId="ADAL" clId="{67003982-54EA-498E-B2A4-8D283FD9A717}" dt="2026-01-16T14:21:52.076" v="1230" actId="20577"/>
          <ac:spMkLst>
            <pc:docMk/>
            <pc:sldMk cId="3844489715" sldId="269"/>
            <ac:spMk id="2" creationId="{D90941B8-F848-46D4-8D44-5D75A55A714B}"/>
          </ac:spMkLst>
        </pc:spChg>
        <pc:spChg chg="del">
          <ac:chgData name="FERAS ALOUDAT" userId="bd6ae013-b9ad-41b2-a034-15711ddeffef" providerId="ADAL" clId="{67003982-54EA-498E-B2A4-8D283FD9A717}" dt="2026-01-16T14:25:52.314" v="1231"/>
          <ac:spMkLst>
            <pc:docMk/>
            <pc:sldMk cId="3844489715" sldId="269"/>
            <ac:spMk id="3" creationId="{E20893ED-26CE-5CB3-C24B-03C2D1F76BD2}"/>
          </ac:spMkLst>
        </pc:spChg>
        <pc:graphicFrameChg chg="add mod modGraphic">
          <ac:chgData name="FERAS ALOUDAT" userId="bd6ae013-b9ad-41b2-a034-15711ddeffef" providerId="ADAL" clId="{67003982-54EA-498E-B2A4-8D283FD9A717}" dt="2026-01-16T14:26:21.972" v="1234" actId="403"/>
          <ac:graphicFrameMkLst>
            <pc:docMk/>
            <pc:sldMk cId="3844489715" sldId="269"/>
            <ac:graphicFrameMk id="4" creationId="{F432CB5E-A332-0684-550D-9C79C5F5037E}"/>
          </ac:graphicFrameMkLst>
        </pc:graphicFrameChg>
      </pc:sldChg>
      <pc:sldChg chg="addSp delSp modSp add mod">
        <pc:chgData name="FERAS ALOUDAT" userId="bd6ae013-b9ad-41b2-a034-15711ddeffef" providerId="ADAL" clId="{67003982-54EA-498E-B2A4-8D283FD9A717}" dt="2026-01-16T14:28:22.284" v="1342" actId="20577"/>
        <pc:sldMkLst>
          <pc:docMk/>
          <pc:sldMk cId="3193429577" sldId="270"/>
        </pc:sldMkLst>
        <pc:spChg chg="mod">
          <ac:chgData name="FERAS ALOUDAT" userId="bd6ae013-b9ad-41b2-a034-15711ddeffef" providerId="ADAL" clId="{67003982-54EA-498E-B2A4-8D283FD9A717}" dt="2026-01-16T14:27:05.845" v="1266" actId="20577"/>
          <ac:spMkLst>
            <pc:docMk/>
            <pc:sldMk cId="3193429577" sldId="270"/>
            <ac:spMk id="2" creationId="{BE764041-4501-EA07-CDDA-2DAEC87841E9}"/>
          </ac:spMkLst>
        </pc:spChg>
        <pc:spChg chg="add del mod">
          <ac:chgData name="FERAS ALOUDAT" userId="bd6ae013-b9ad-41b2-a034-15711ddeffef" providerId="ADAL" clId="{67003982-54EA-498E-B2A4-8D283FD9A717}" dt="2026-01-16T14:28:22.284" v="1342" actId="20577"/>
          <ac:spMkLst>
            <pc:docMk/>
            <pc:sldMk cId="3193429577" sldId="270"/>
            <ac:spMk id="3" creationId="{4AA4652F-F488-BAEC-D82C-8E8FD1A59A96}"/>
          </ac:spMkLst>
        </pc:spChg>
        <pc:graphicFrameChg chg="add mod">
          <ac:chgData name="FERAS ALOUDAT" userId="bd6ae013-b9ad-41b2-a034-15711ddeffef" providerId="ADAL" clId="{67003982-54EA-498E-B2A4-8D283FD9A717}" dt="2026-01-16T14:27:17.305" v="1268"/>
          <ac:graphicFrameMkLst>
            <pc:docMk/>
            <pc:sldMk cId="3193429577" sldId="270"/>
            <ac:graphicFrameMk id="4" creationId="{7B35F1BE-7F0F-D0BD-A2CF-29ED1E2BFBAB}"/>
          </ac:graphicFrameMkLst>
        </pc:graphicFrameChg>
      </pc:sldChg>
      <pc:sldChg chg="modSp add mod">
        <pc:chgData name="FERAS ALOUDAT" userId="bd6ae013-b9ad-41b2-a034-15711ddeffef" providerId="ADAL" clId="{67003982-54EA-498E-B2A4-8D283FD9A717}" dt="2026-01-16T14:30:14.754" v="1605" actId="20577"/>
        <pc:sldMkLst>
          <pc:docMk/>
          <pc:sldMk cId="402130900" sldId="271"/>
        </pc:sldMkLst>
        <pc:spChg chg="mod">
          <ac:chgData name="FERAS ALOUDAT" userId="bd6ae013-b9ad-41b2-a034-15711ddeffef" providerId="ADAL" clId="{67003982-54EA-498E-B2A4-8D283FD9A717}" dt="2026-01-16T14:29:03.333" v="1380" actId="20577"/>
          <ac:spMkLst>
            <pc:docMk/>
            <pc:sldMk cId="402130900" sldId="271"/>
            <ac:spMk id="2" creationId="{5ED7026D-0F90-0C68-E635-FD423891D71E}"/>
          </ac:spMkLst>
        </pc:spChg>
        <pc:spChg chg="mod">
          <ac:chgData name="FERAS ALOUDAT" userId="bd6ae013-b9ad-41b2-a034-15711ddeffef" providerId="ADAL" clId="{67003982-54EA-498E-B2A4-8D283FD9A717}" dt="2026-01-16T14:30:14.754" v="1605" actId="20577"/>
          <ac:spMkLst>
            <pc:docMk/>
            <pc:sldMk cId="402130900" sldId="271"/>
            <ac:spMk id="3" creationId="{99B0B1CE-CA74-2684-AC9B-53DDA8D41EF1}"/>
          </ac:spMkLst>
        </pc:spChg>
      </pc:sldChg>
      <pc:sldChg chg="modSp add mod">
        <pc:chgData name="FERAS ALOUDAT" userId="bd6ae013-b9ad-41b2-a034-15711ddeffef" providerId="ADAL" clId="{67003982-54EA-498E-B2A4-8D283FD9A717}" dt="2026-01-16T14:32:08.245" v="1833" actId="20577"/>
        <pc:sldMkLst>
          <pc:docMk/>
          <pc:sldMk cId="2451179814" sldId="272"/>
        </pc:sldMkLst>
        <pc:spChg chg="mod">
          <ac:chgData name="FERAS ALOUDAT" userId="bd6ae013-b9ad-41b2-a034-15711ddeffef" providerId="ADAL" clId="{67003982-54EA-498E-B2A4-8D283FD9A717}" dt="2026-01-16T14:30:42.962" v="1628" actId="20577"/>
          <ac:spMkLst>
            <pc:docMk/>
            <pc:sldMk cId="2451179814" sldId="272"/>
            <ac:spMk id="2" creationId="{371F1006-219C-9C06-2481-9E875FA8EFB5}"/>
          </ac:spMkLst>
        </pc:spChg>
        <pc:spChg chg="mod">
          <ac:chgData name="FERAS ALOUDAT" userId="bd6ae013-b9ad-41b2-a034-15711ddeffef" providerId="ADAL" clId="{67003982-54EA-498E-B2A4-8D283FD9A717}" dt="2026-01-16T14:32:08.245" v="1833" actId="20577"/>
          <ac:spMkLst>
            <pc:docMk/>
            <pc:sldMk cId="2451179814" sldId="272"/>
            <ac:spMk id="3" creationId="{BD5AE06B-B718-D450-6F4E-CABB1494F2E5}"/>
          </ac:spMkLst>
        </pc:spChg>
      </pc:sldChg>
      <pc:sldChg chg="modSp add mod">
        <pc:chgData name="FERAS ALOUDAT" userId="bd6ae013-b9ad-41b2-a034-15711ddeffef" providerId="ADAL" clId="{67003982-54EA-498E-B2A4-8D283FD9A717}" dt="2026-01-16T14:34:05.725" v="2027" actId="20577"/>
        <pc:sldMkLst>
          <pc:docMk/>
          <pc:sldMk cId="4188217281" sldId="273"/>
        </pc:sldMkLst>
        <pc:spChg chg="mod">
          <ac:chgData name="FERAS ALOUDAT" userId="bd6ae013-b9ad-41b2-a034-15711ddeffef" providerId="ADAL" clId="{67003982-54EA-498E-B2A4-8D283FD9A717}" dt="2026-01-16T14:32:32.196" v="1874" actId="20577"/>
          <ac:spMkLst>
            <pc:docMk/>
            <pc:sldMk cId="4188217281" sldId="273"/>
            <ac:spMk id="2" creationId="{1B99338E-D4DE-7FC6-5E78-913EE681AAF8}"/>
          </ac:spMkLst>
        </pc:spChg>
        <pc:spChg chg="mod">
          <ac:chgData name="FERAS ALOUDAT" userId="bd6ae013-b9ad-41b2-a034-15711ddeffef" providerId="ADAL" clId="{67003982-54EA-498E-B2A4-8D283FD9A717}" dt="2026-01-16T14:34:05.725" v="2027" actId="20577"/>
          <ac:spMkLst>
            <pc:docMk/>
            <pc:sldMk cId="4188217281" sldId="273"/>
            <ac:spMk id="3" creationId="{53650AEB-A611-DC73-2F58-A2E0CFE44357}"/>
          </ac:spMkLst>
        </pc:spChg>
      </pc:sldChg>
      <pc:sldChg chg="modSp add mod">
        <pc:chgData name="FERAS ALOUDAT" userId="bd6ae013-b9ad-41b2-a034-15711ddeffef" providerId="ADAL" clId="{67003982-54EA-498E-B2A4-8D283FD9A717}" dt="2026-01-16T14:49:58.445" v="2136" actId="20577"/>
        <pc:sldMkLst>
          <pc:docMk/>
          <pc:sldMk cId="91690212" sldId="274"/>
        </pc:sldMkLst>
        <pc:spChg chg="mod">
          <ac:chgData name="FERAS ALOUDAT" userId="bd6ae013-b9ad-41b2-a034-15711ddeffef" providerId="ADAL" clId="{67003982-54EA-498E-B2A4-8D283FD9A717}" dt="2026-01-16T14:34:29.743" v="2068" actId="20577"/>
          <ac:spMkLst>
            <pc:docMk/>
            <pc:sldMk cId="91690212" sldId="274"/>
            <ac:spMk id="2" creationId="{54C0C999-7739-3B15-7470-8E907B8C0B69}"/>
          </ac:spMkLst>
        </pc:spChg>
        <pc:spChg chg="mod">
          <ac:chgData name="FERAS ALOUDAT" userId="bd6ae013-b9ad-41b2-a034-15711ddeffef" providerId="ADAL" clId="{67003982-54EA-498E-B2A4-8D283FD9A717}" dt="2026-01-16T14:49:58.445" v="2136" actId="20577"/>
          <ac:spMkLst>
            <pc:docMk/>
            <pc:sldMk cId="91690212" sldId="274"/>
            <ac:spMk id="3" creationId="{231A83D9-5834-2EDF-1204-911A23FB7F62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6T14:51:09.106" v="2189" actId="14100"/>
        <pc:sldMkLst>
          <pc:docMk/>
          <pc:sldMk cId="757308359" sldId="275"/>
        </pc:sldMkLst>
        <pc:spChg chg="mod">
          <ac:chgData name="FERAS ALOUDAT" userId="bd6ae013-b9ad-41b2-a034-15711ddeffef" providerId="ADAL" clId="{67003982-54EA-498E-B2A4-8D283FD9A717}" dt="2026-01-16T14:50:21.797" v="2179" actId="20577"/>
          <ac:spMkLst>
            <pc:docMk/>
            <pc:sldMk cId="757308359" sldId="275"/>
            <ac:spMk id="2" creationId="{DC8474ED-0AF5-1BB6-370F-4F5D2B5F937A}"/>
          </ac:spMkLst>
        </pc:spChg>
        <pc:spChg chg="del mod">
          <ac:chgData name="FERAS ALOUDAT" userId="bd6ae013-b9ad-41b2-a034-15711ddeffef" providerId="ADAL" clId="{67003982-54EA-498E-B2A4-8D283FD9A717}" dt="2026-01-16T14:50:45.931" v="2183"/>
          <ac:spMkLst>
            <pc:docMk/>
            <pc:sldMk cId="757308359" sldId="275"/>
            <ac:spMk id="3" creationId="{0935498E-8BE8-A32C-EC11-76911F7B5289}"/>
          </ac:spMkLst>
        </pc:spChg>
        <pc:graphicFrameChg chg="add mod modGraphic">
          <ac:chgData name="FERAS ALOUDAT" userId="bd6ae013-b9ad-41b2-a034-15711ddeffef" providerId="ADAL" clId="{67003982-54EA-498E-B2A4-8D283FD9A717}" dt="2026-01-16T14:51:09.106" v="2189" actId="14100"/>
          <ac:graphicFrameMkLst>
            <pc:docMk/>
            <pc:sldMk cId="757308359" sldId="275"/>
            <ac:graphicFrameMk id="4" creationId="{3FC88009-311A-834D-4CF3-5A3BB8D0FD61}"/>
          </ac:graphicFrameMkLst>
        </pc:graphicFrameChg>
      </pc:sldChg>
      <pc:sldChg chg="modSp add mod">
        <pc:chgData name="FERAS ALOUDAT" userId="bd6ae013-b9ad-41b2-a034-15711ddeffef" providerId="ADAL" clId="{67003982-54EA-498E-B2A4-8D283FD9A717}" dt="2026-01-16T14:52:12.512" v="2268" actId="313"/>
        <pc:sldMkLst>
          <pc:docMk/>
          <pc:sldMk cId="1154235074" sldId="276"/>
        </pc:sldMkLst>
        <pc:spChg chg="mod">
          <ac:chgData name="FERAS ALOUDAT" userId="bd6ae013-b9ad-41b2-a034-15711ddeffef" providerId="ADAL" clId="{67003982-54EA-498E-B2A4-8D283FD9A717}" dt="2026-01-16T14:51:29.883" v="2213" actId="20577"/>
          <ac:spMkLst>
            <pc:docMk/>
            <pc:sldMk cId="1154235074" sldId="276"/>
            <ac:spMk id="2" creationId="{E0678E7A-9469-E346-9006-BA44111B2620}"/>
          </ac:spMkLst>
        </pc:spChg>
        <pc:spChg chg="mod">
          <ac:chgData name="FERAS ALOUDAT" userId="bd6ae013-b9ad-41b2-a034-15711ddeffef" providerId="ADAL" clId="{67003982-54EA-498E-B2A4-8D283FD9A717}" dt="2026-01-16T14:52:12.512" v="2268" actId="313"/>
          <ac:spMkLst>
            <pc:docMk/>
            <pc:sldMk cId="1154235074" sldId="276"/>
            <ac:spMk id="3" creationId="{78DC9F75-B3B8-FCB2-0FCA-FB2DA9715208}"/>
          </ac:spMkLst>
        </pc:spChg>
      </pc:sldChg>
      <pc:sldChg chg="modSp add mod">
        <pc:chgData name="FERAS ALOUDAT" userId="bd6ae013-b9ad-41b2-a034-15711ddeffef" providerId="ADAL" clId="{67003982-54EA-498E-B2A4-8D283FD9A717}" dt="2026-01-16T14:54:41.312" v="2457" actId="20577"/>
        <pc:sldMkLst>
          <pc:docMk/>
          <pc:sldMk cId="3102992039" sldId="277"/>
        </pc:sldMkLst>
        <pc:spChg chg="mod">
          <ac:chgData name="FERAS ALOUDAT" userId="bd6ae013-b9ad-41b2-a034-15711ddeffef" providerId="ADAL" clId="{67003982-54EA-498E-B2A4-8D283FD9A717}" dt="2026-01-16T14:53:17.404" v="2300" actId="20577"/>
          <ac:spMkLst>
            <pc:docMk/>
            <pc:sldMk cId="3102992039" sldId="277"/>
            <ac:spMk id="2" creationId="{45E9B4C3-630B-B759-DB5C-8B932E8F7E76}"/>
          </ac:spMkLst>
        </pc:spChg>
        <pc:spChg chg="mod">
          <ac:chgData name="FERAS ALOUDAT" userId="bd6ae013-b9ad-41b2-a034-15711ddeffef" providerId="ADAL" clId="{67003982-54EA-498E-B2A4-8D283FD9A717}" dt="2026-01-16T14:54:41.312" v="2457" actId="20577"/>
          <ac:spMkLst>
            <pc:docMk/>
            <pc:sldMk cId="3102992039" sldId="277"/>
            <ac:spMk id="3" creationId="{8E4C16E1-6EB3-BEE3-202B-9FA66E862273}"/>
          </ac:spMkLst>
        </pc:spChg>
      </pc:sldChg>
      <pc:sldChg chg="modSp add mod">
        <pc:chgData name="FERAS ALOUDAT" userId="bd6ae013-b9ad-41b2-a034-15711ddeffef" providerId="ADAL" clId="{67003982-54EA-498E-B2A4-8D283FD9A717}" dt="2026-01-16T14:56:24.526" v="2649" actId="20577"/>
        <pc:sldMkLst>
          <pc:docMk/>
          <pc:sldMk cId="1865032935" sldId="278"/>
        </pc:sldMkLst>
        <pc:spChg chg="mod">
          <ac:chgData name="FERAS ALOUDAT" userId="bd6ae013-b9ad-41b2-a034-15711ddeffef" providerId="ADAL" clId="{67003982-54EA-498E-B2A4-8D283FD9A717}" dt="2026-01-16T14:55:30.323" v="2531" actId="20577"/>
          <ac:spMkLst>
            <pc:docMk/>
            <pc:sldMk cId="1865032935" sldId="278"/>
            <ac:spMk id="2" creationId="{A9A29BA7-490F-D728-D56A-A8BB080DD156}"/>
          </ac:spMkLst>
        </pc:spChg>
        <pc:spChg chg="mod">
          <ac:chgData name="FERAS ALOUDAT" userId="bd6ae013-b9ad-41b2-a034-15711ddeffef" providerId="ADAL" clId="{67003982-54EA-498E-B2A4-8D283FD9A717}" dt="2026-01-16T14:56:24.526" v="2649" actId="20577"/>
          <ac:spMkLst>
            <pc:docMk/>
            <pc:sldMk cId="1865032935" sldId="278"/>
            <ac:spMk id="3" creationId="{40F64C2A-98D9-843E-2F82-04966AAFEE86}"/>
          </ac:spMkLst>
        </pc:spChg>
      </pc:sldChg>
      <pc:sldChg chg="modSp add mod">
        <pc:chgData name="FERAS ALOUDAT" userId="bd6ae013-b9ad-41b2-a034-15711ddeffef" providerId="ADAL" clId="{67003982-54EA-498E-B2A4-8D283FD9A717}" dt="2026-01-16T15:11:10.797" v="2929" actId="313"/>
        <pc:sldMkLst>
          <pc:docMk/>
          <pc:sldMk cId="3765101839" sldId="279"/>
        </pc:sldMkLst>
        <pc:spChg chg="mod">
          <ac:chgData name="FERAS ALOUDAT" userId="bd6ae013-b9ad-41b2-a034-15711ddeffef" providerId="ADAL" clId="{67003982-54EA-498E-B2A4-8D283FD9A717}" dt="2026-01-16T15:08:35.656" v="2759" actId="20577"/>
          <ac:spMkLst>
            <pc:docMk/>
            <pc:sldMk cId="3765101839" sldId="279"/>
            <ac:spMk id="2" creationId="{F649EC68-976B-77A1-AE9C-CF69C06E99BF}"/>
          </ac:spMkLst>
        </pc:spChg>
        <pc:spChg chg="mod">
          <ac:chgData name="FERAS ALOUDAT" userId="bd6ae013-b9ad-41b2-a034-15711ddeffef" providerId="ADAL" clId="{67003982-54EA-498E-B2A4-8D283FD9A717}" dt="2026-01-16T15:11:10.797" v="2929" actId="313"/>
          <ac:spMkLst>
            <pc:docMk/>
            <pc:sldMk cId="3765101839" sldId="279"/>
            <ac:spMk id="3" creationId="{BDFBD04B-E10F-C8D8-EDD2-CCB5042B6B70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6T15:13:39.510" v="2968" actId="14100"/>
        <pc:sldMkLst>
          <pc:docMk/>
          <pc:sldMk cId="2177684662" sldId="280"/>
        </pc:sldMkLst>
        <pc:spChg chg="mod">
          <ac:chgData name="FERAS ALOUDAT" userId="bd6ae013-b9ad-41b2-a034-15711ddeffef" providerId="ADAL" clId="{67003982-54EA-498E-B2A4-8D283FD9A717}" dt="2026-01-16T15:11:34.178" v="2956" actId="20577"/>
          <ac:spMkLst>
            <pc:docMk/>
            <pc:sldMk cId="2177684662" sldId="280"/>
            <ac:spMk id="2" creationId="{E790E843-560A-6EC7-C6EE-DE6FD88F3413}"/>
          </ac:spMkLst>
        </pc:spChg>
        <pc:spChg chg="del">
          <ac:chgData name="FERAS ALOUDAT" userId="bd6ae013-b9ad-41b2-a034-15711ddeffef" providerId="ADAL" clId="{67003982-54EA-498E-B2A4-8D283FD9A717}" dt="2026-01-16T15:11:56.610" v="2957"/>
          <ac:spMkLst>
            <pc:docMk/>
            <pc:sldMk cId="2177684662" sldId="280"/>
            <ac:spMk id="3" creationId="{BA7329EC-7ED6-F297-4166-8118C8548215}"/>
          </ac:spMkLst>
        </pc:spChg>
        <pc:spChg chg="add del mod">
          <ac:chgData name="FERAS ALOUDAT" userId="bd6ae013-b9ad-41b2-a034-15711ddeffef" providerId="ADAL" clId="{67003982-54EA-498E-B2A4-8D283FD9A717}" dt="2026-01-16T15:13:15.385" v="2960" actId="478"/>
          <ac:spMkLst>
            <pc:docMk/>
            <pc:sldMk cId="2177684662" sldId="280"/>
            <ac:spMk id="6" creationId="{C7255808-D87E-761B-22A0-C2CB780BD573}"/>
          </ac:spMkLst>
        </pc:spChg>
        <pc:spChg chg="add del mod">
          <ac:chgData name="FERAS ALOUDAT" userId="bd6ae013-b9ad-41b2-a034-15711ddeffef" providerId="ADAL" clId="{67003982-54EA-498E-B2A4-8D283FD9A717}" dt="2026-01-16T15:13:19.726" v="2962" actId="478"/>
          <ac:spMkLst>
            <pc:docMk/>
            <pc:sldMk cId="2177684662" sldId="280"/>
            <ac:spMk id="8" creationId="{98EA7E4B-70E3-AF4B-A917-38D933E213AC}"/>
          </ac:spMkLst>
        </pc:spChg>
        <pc:graphicFrameChg chg="add del mod modGraphic">
          <ac:chgData name="FERAS ALOUDAT" userId="bd6ae013-b9ad-41b2-a034-15711ddeffef" providerId="ADAL" clId="{67003982-54EA-498E-B2A4-8D283FD9A717}" dt="2026-01-16T15:13:39.510" v="2968" actId="14100"/>
          <ac:graphicFrameMkLst>
            <pc:docMk/>
            <pc:sldMk cId="2177684662" sldId="280"/>
            <ac:graphicFrameMk id="4" creationId="{24BF0091-8A0D-63B6-FF30-BBFA9C42D9BB}"/>
          </ac:graphicFrameMkLst>
        </pc:graphicFrameChg>
      </pc:sldChg>
      <pc:sldChg chg="add del">
        <pc:chgData name="FERAS ALOUDAT" userId="bd6ae013-b9ad-41b2-a034-15711ddeffef" providerId="ADAL" clId="{67003982-54EA-498E-B2A4-8D283FD9A717}" dt="2026-01-16T15:13:42.232" v="2969" actId="47"/>
        <pc:sldMkLst>
          <pc:docMk/>
          <pc:sldMk cId="3332188976" sldId="281"/>
        </pc:sldMkLst>
      </pc:sldChg>
      <pc:sldChg chg="add del">
        <pc:chgData name="FERAS ALOUDAT" userId="bd6ae013-b9ad-41b2-a034-15711ddeffef" providerId="ADAL" clId="{67003982-54EA-498E-B2A4-8D283FD9A717}" dt="2026-01-16T15:13:43.709" v="2970" actId="47"/>
        <pc:sldMkLst>
          <pc:docMk/>
          <pc:sldMk cId="4251044675" sldId="282"/>
        </pc:sldMkLst>
      </pc:sldChg>
      <pc:sldChg chg="addSp delSp modSp add mod ord">
        <pc:chgData name="FERAS ALOUDAT" userId="bd6ae013-b9ad-41b2-a034-15711ddeffef" providerId="ADAL" clId="{67003982-54EA-498E-B2A4-8D283FD9A717}" dt="2026-01-16T13:31:09.994" v="80"/>
        <pc:sldMkLst>
          <pc:docMk/>
          <pc:sldMk cId="2551366034" sldId="283"/>
        </pc:sldMkLst>
        <pc:spChg chg="mod">
          <ac:chgData name="FERAS ALOUDAT" userId="bd6ae013-b9ad-41b2-a034-15711ddeffef" providerId="ADAL" clId="{67003982-54EA-498E-B2A4-8D283FD9A717}" dt="2026-01-16T13:30:08.277" v="58"/>
          <ac:spMkLst>
            <pc:docMk/>
            <pc:sldMk cId="2551366034" sldId="283"/>
            <ac:spMk id="2" creationId="{ED53D12E-9DD1-AA14-0543-345DB6C42892}"/>
          </ac:spMkLst>
        </pc:spChg>
        <pc:spChg chg="add del mod">
          <ac:chgData name="FERAS ALOUDAT" userId="bd6ae013-b9ad-41b2-a034-15711ddeffef" providerId="ADAL" clId="{67003982-54EA-498E-B2A4-8D283FD9A717}" dt="2026-01-16T13:30:57.010" v="78"/>
          <ac:spMkLst>
            <pc:docMk/>
            <pc:sldMk cId="2551366034" sldId="283"/>
            <ac:spMk id="3" creationId="{6EFA3780-6B7E-CF45-4A30-6916B4AEF63D}"/>
          </ac:spMkLst>
        </pc:spChg>
        <pc:spChg chg="add mod">
          <ac:chgData name="FERAS ALOUDAT" userId="bd6ae013-b9ad-41b2-a034-15711ddeffef" providerId="ADAL" clId="{67003982-54EA-498E-B2A4-8D283FD9A717}" dt="2026-01-16T13:30:26.294" v="62"/>
          <ac:spMkLst>
            <pc:docMk/>
            <pc:sldMk cId="2551366034" sldId="283"/>
            <ac:spMk id="4" creationId="{73C46562-66FF-2E92-3FEF-6120B1DB329C}"/>
          </ac:spMkLst>
        </pc:spChg>
      </pc:sldChg>
      <pc:sldChg chg="modSp add mod">
        <pc:chgData name="FERAS ALOUDAT" userId="bd6ae013-b9ad-41b2-a034-15711ddeffef" providerId="ADAL" clId="{67003982-54EA-498E-B2A4-8D283FD9A717}" dt="2026-01-16T14:19:05.296" v="1158" actId="20577"/>
        <pc:sldMkLst>
          <pc:docMk/>
          <pc:sldMk cId="1623660567" sldId="284"/>
        </pc:sldMkLst>
        <pc:spChg chg="mod">
          <ac:chgData name="FERAS ALOUDAT" userId="bd6ae013-b9ad-41b2-a034-15711ddeffef" providerId="ADAL" clId="{67003982-54EA-498E-B2A4-8D283FD9A717}" dt="2026-01-16T14:15:24.161" v="1078" actId="20577"/>
          <ac:spMkLst>
            <pc:docMk/>
            <pc:sldMk cId="1623660567" sldId="284"/>
            <ac:spMk id="2" creationId="{B87D7A9D-7B57-312A-B240-ACDB26DC3919}"/>
          </ac:spMkLst>
        </pc:spChg>
        <pc:spChg chg="mod">
          <ac:chgData name="FERAS ALOUDAT" userId="bd6ae013-b9ad-41b2-a034-15711ddeffef" providerId="ADAL" clId="{67003982-54EA-498E-B2A4-8D283FD9A717}" dt="2026-01-16T14:14:37.941" v="1071" actId="20577"/>
          <ac:spMkLst>
            <pc:docMk/>
            <pc:sldMk cId="1623660567" sldId="284"/>
            <ac:spMk id="3" creationId="{352DC5EE-556E-D915-8D7C-080F67E4E75F}"/>
          </ac:spMkLst>
        </pc:spChg>
        <pc:spChg chg="mod">
          <ac:chgData name="FERAS ALOUDAT" userId="bd6ae013-b9ad-41b2-a034-15711ddeffef" providerId="ADAL" clId="{67003982-54EA-498E-B2A4-8D283FD9A717}" dt="2026-01-16T14:19:05.296" v="1158" actId="20577"/>
          <ac:spMkLst>
            <pc:docMk/>
            <pc:sldMk cId="1623660567" sldId="284"/>
            <ac:spMk id="6" creationId="{276E13A3-37D3-323B-29BA-AF90B7C2AA8A}"/>
          </ac:spMkLst>
        </pc:spChg>
      </pc:sldChg>
      <pc:sldChg chg="modSp new del mod ord">
        <pc:chgData name="FERAS ALOUDAT" userId="bd6ae013-b9ad-41b2-a034-15711ddeffef" providerId="ADAL" clId="{67003982-54EA-498E-B2A4-8D283FD9A717}" dt="2026-01-17T17:28:33.790" v="3375" actId="47"/>
        <pc:sldMkLst>
          <pc:docMk/>
          <pc:sldMk cId="624243734" sldId="285"/>
        </pc:sldMkLst>
        <pc:spChg chg="mod">
          <ac:chgData name="FERAS ALOUDAT" userId="bd6ae013-b9ad-41b2-a034-15711ddeffef" providerId="ADAL" clId="{67003982-54EA-498E-B2A4-8D283FD9A717}" dt="2026-01-17T16:14:21.192" v="3045"/>
          <ac:spMkLst>
            <pc:docMk/>
            <pc:sldMk cId="624243734" sldId="285"/>
            <ac:spMk id="2" creationId="{507F8BCE-63E5-8D16-CF16-E6452E1B7692}"/>
          </ac:spMkLst>
        </pc:spChg>
        <pc:spChg chg="mod">
          <ac:chgData name="FERAS ALOUDAT" userId="bd6ae013-b9ad-41b2-a034-15711ddeffef" providerId="ADAL" clId="{67003982-54EA-498E-B2A4-8D283FD9A717}" dt="2026-01-17T16:14:32.142" v="3047" actId="27636"/>
          <ac:spMkLst>
            <pc:docMk/>
            <pc:sldMk cId="624243734" sldId="285"/>
            <ac:spMk id="3" creationId="{E6B7DF95-551F-D772-5906-C1C564D71444}"/>
          </ac:spMkLst>
        </pc:spChg>
      </pc:sldChg>
      <pc:sldChg chg="modSp new mod ord">
        <pc:chgData name="FERAS ALOUDAT" userId="bd6ae013-b9ad-41b2-a034-15711ddeffef" providerId="ADAL" clId="{67003982-54EA-498E-B2A4-8D283FD9A717}" dt="2026-01-17T17:46:33.423" v="3456" actId="20577"/>
        <pc:sldMkLst>
          <pc:docMk/>
          <pc:sldMk cId="2303136095" sldId="285"/>
        </pc:sldMkLst>
        <pc:spChg chg="mod">
          <ac:chgData name="FERAS ALOUDAT" userId="bd6ae013-b9ad-41b2-a034-15711ddeffef" providerId="ADAL" clId="{67003982-54EA-498E-B2A4-8D283FD9A717}" dt="2026-01-17T17:46:33.423" v="3456" actId="20577"/>
          <ac:spMkLst>
            <pc:docMk/>
            <pc:sldMk cId="2303136095" sldId="285"/>
            <ac:spMk id="2" creationId="{EAC6906E-E9B9-6FEC-3F09-51F1D4B590E0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47:18.540" v="3484" actId="20577"/>
        <pc:sldMkLst>
          <pc:docMk/>
          <pc:sldMk cId="407614947" sldId="286"/>
        </pc:sldMkLst>
        <pc:spChg chg="mod">
          <ac:chgData name="FERAS ALOUDAT" userId="bd6ae013-b9ad-41b2-a034-15711ddeffef" providerId="ADAL" clId="{67003982-54EA-498E-B2A4-8D283FD9A717}" dt="2026-01-17T17:46:36.226" v="3457"/>
          <ac:spMkLst>
            <pc:docMk/>
            <pc:sldMk cId="407614947" sldId="286"/>
            <ac:spMk id="2" creationId="{40E1FB8B-536D-1DBF-CB0C-B7F3F3091972}"/>
          </ac:spMkLst>
        </pc:spChg>
        <pc:spChg chg="del">
          <ac:chgData name="FERAS ALOUDAT" userId="bd6ae013-b9ad-41b2-a034-15711ddeffef" providerId="ADAL" clId="{67003982-54EA-498E-B2A4-8D283FD9A717}" dt="2026-01-17T17:46:42.237" v="3458"/>
          <ac:spMkLst>
            <pc:docMk/>
            <pc:sldMk cId="407614947" sldId="286"/>
            <ac:spMk id="3" creationId="{89A42F24-39C2-578A-B602-2325F65E497B}"/>
          </ac:spMkLst>
        </pc:spChg>
        <pc:spChg chg="add mod">
          <ac:chgData name="FERAS ALOUDAT" userId="bd6ae013-b9ad-41b2-a034-15711ddeffef" providerId="ADAL" clId="{67003982-54EA-498E-B2A4-8D283FD9A717}" dt="2026-01-17T17:47:18.540" v="3484" actId="20577"/>
          <ac:spMkLst>
            <pc:docMk/>
            <pc:sldMk cId="407614947" sldId="286"/>
            <ac:spMk id="4" creationId="{261ACC80-593B-AB42-3BF5-A3EDC9A26100}"/>
          </ac:spMkLst>
        </pc:spChg>
      </pc:sldChg>
      <pc:sldChg chg="modSp new del mod ord">
        <pc:chgData name="FERAS ALOUDAT" userId="bd6ae013-b9ad-41b2-a034-15711ddeffef" providerId="ADAL" clId="{67003982-54EA-498E-B2A4-8D283FD9A717}" dt="2026-01-17T17:28:33.595" v="3374" actId="47"/>
        <pc:sldMkLst>
          <pc:docMk/>
          <pc:sldMk cId="3605559759" sldId="286"/>
        </pc:sldMkLst>
        <pc:spChg chg="mod">
          <ac:chgData name="FERAS ALOUDAT" userId="bd6ae013-b9ad-41b2-a034-15711ddeffef" providerId="ADAL" clId="{67003982-54EA-498E-B2A4-8D283FD9A717}" dt="2026-01-17T16:13:54.421" v="3044" actId="20577"/>
          <ac:spMkLst>
            <pc:docMk/>
            <pc:sldMk cId="3605559759" sldId="286"/>
            <ac:spMk id="2" creationId="{8BE9AAED-BFD0-3DE8-182A-E040EB315B20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3.924" v="3376" actId="47"/>
        <pc:sldMkLst>
          <pc:docMk/>
          <pc:sldMk cId="312823406" sldId="287"/>
        </pc:sldMkLst>
        <pc:spChg chg="mod">
          <ac:chgData name="FERAS ALOUDAT" userId="bd6ae013-b9ad-41b2-a034-15711ddeffef" providerId="ADAL" clId="{67003982-54EA-498E-B2A4-8D283FD9A717}" dt="2026-01-17T16:33:56.729" v="3049"/>
          <ac:spMkLst>
            <pc:docMk/>
            <pc:sldMk cId="312823406" sldId="287"/>
            <ac:spMk id="2" creationId="{D1EC5D21-BDCF-019C-15E3-4FDE9A159D8C}"/>
          </ac:spMkLst>
        </pc:spChg>
        <pc:spChg chg="mod">
          <ac:chgData name="FERAS ALOUDAT" userId="bd6ae013-b9ad-41b2-a034-15711ddeffef" providerId="ADAL" clId="{67003982-54EA-498E-B2A4-8D283FD9A717}" dt="2026-01-17T16:34:13.104" v="3060" actId="20577"/>
          <ac:spMkLst>
            <pc:docMk/>
            <pc:sldMk cId="312823406" sldId="287"/>
            <ac:spMk id="3" creationId="{A0D072F6-70CB-6932-1770-5F5963F2CB62}"/>
          </ac:spMkLst>
        </pc:spChg>
      </pc:sldChg>
      <pc:sldChg chg="modSp add mod">
        <pc:chgData name="FERAS ALOUDAT" userId="bd6ae013-b9ad-41b2-a034-15711ddeffef" providerId="ADAL" clId="{67003982-54EA-498E-B2A4-8D283FD9A717}" dt="2026-01-17T17:47:48.985" v="3494" actId="5793"/>
        <pc:sldMkLst>
          <pc:docMk/>
          <pc:sldMk cId="3147245050" sldId="287"/>
        </pc:sldMkLst>
        <pc:spChg chg="mod">
          <ac:chgData name="FERAS ALOUDAT" userId="bd6ae013-b9ad-41b2-a034-15711ddeffef" providerId="ADAL" clId="{67003982-54EA-498E-B2A4-8D283FD9A717}" dt="2026-01-17T17:47:32.391" v="3485"/>
          <ac:spMkLst>
            <pc:docMk/>
            <pc:sldMk cId="3147245050" sldId="287"/>
            <ac:spMk id="2" creationId="{CFEFFA7A-EA40-6961-8954-E4E5103EAB31}"/>
          </ac:spMkLst>
        </pc:spChg>
        <pc:spChg chg="mod">
          <ac:chgData name="FERAS ALOUDAT" userId="bd6ae013-b9ad-41b2-a034-15711ddeffef" providerId="ADAL" clId="{67003982-54EA-498E-B2A4-8D283FD9A717}" dt="2026-01-17T17:47:48.985" v="3494" actId="5793"/>
          <ac:spMkLst>
            <pc:docMk/>
            <pc:sldMk cId="3147245050" sldId="287"/>
            <ac:spMk id="3" creationId="{61505A2D-3010-5726-F593-7448A1A82956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4.841" v="3377" actId="47"/>
        <pc:sldMkLst>
          <pc:docMk/>
          <pc:sldMk cId="512716857" sldId="288"/>
        </pc:sldMkLst>
        <pc:spChg chg="mod">
          <ac:chgData name="FERAS ALOUDAT" userId="bd6ae013-b9ad-41b2-a034-15711ddeffef" providerId="ADAL" clId="{67003982-54EA-498E-B2A4-8D283FD9A717}" dt="2026-01-17T16:34:27.927" v="3061"/>
          <ac:spMkLst>
            <pc:docMk/>
            <pc:sldMk cId="512716857" sldId="288"/>
            <ac:spMk id="2" creationId="{9CBF6934-B8D4-599E-FDEA-6788F11BD90B}"/>
          </ac:spMkLst>
        </pc:spChg>
        <pc:spChg chg="mod">
          <ac:chgData name="FERAS ALOUDAT" userId="bd6ae013-b9ad-41b2-a034-15711ddeffef" providerId="ADAL" clId="{67003982-54EA-498E-B2A4-8D283FD9A717}" dt="2026-01-17T16:35:24.763" v="3104" actId="20577"/>
          <ac:spMkLst>
            <pc:docMk/>
            <pc:sldMk cId="512716857" sldId="288"/>
            <ac:spMk id="3" creationId="{B2579C2F-1166-E16C-087B-54103C9D1DEC}"/>
          </ac:spMkLst>
        </pc:spChg>
      </pc:sldChg>
      <pc:sldChg chg="modSp add mod">
        <pc:chgData name="FERAS ALOUDAT" userId="bd6ae013-b9ad-41b2-a034-15711ddeffef" providerId="ADAL" clId="{67003982-54EA-498E-B2A4-8D283FD9A717}" dt="2026-01-17T17:49:02.054" v="3500" actId="5793"/>
        <pc:sldMkLst>
          <pc:docMk/>
          <pc:sldMk cId="688049993" sldId="288"/>
        </pc:sldMkLst>
        <pc:spChg chg="mod">
          <ac:chgData name="FERAS ALOUDAT" userId="bd6ae013-b9ad-41b2-a034-15711ddeffef" providerId="ADAL" clId="{67003982-54EA-498E-B2A4-8D283FD9A717}" dt="2026-01-17T17:47:57.530" v="3495"/>
          <ac:spMkLst>
            <pc:docMk/>
            <pc:sldMk cId="688049993" sldId="288"/>
            <ac:spMk id="2" creationId="{2F0443CF-1FF0-BBF2-DACB-68FFF6045FB7}"/>
          </ac:spMkLst>
        </pc:spChg>
        <pc:spChg chg="mod">
          <ac:chgData name="FERAS ALOUDAT" userId="bd6ae013-b9ad-41b2-a034-15711ddeffef" providerId="ADAL" clId="{67003982-54EA-498E-B2A4-8D283FD9A717}" dt="2026-01-17T17:49:02.054" v="3500" actId="5793"/>
          <ac:spMkLst>
            <pc:docMk/>
            <pc:sldMk cId="688049993" sldId="288"/>
            <ac:spMk id="3" creationId="{AE650C09-EBF6-0E9F-9FA7-D43BB25AA9CF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5.324" v="3378" actId="47"/>
        <pc:sldMkLst>
          <pc:docMk/>
          <pc:sldMk cId="2359621310" sldId="289"/>
        </pc:sldMkLst>
        <pc:spChg chg="mod">
          <ac:chgData name="FERAS ALOUDAT" userId="bd6ae013-b9ad-41b2-a034-15711ddeffef" providerId="ADAL" clId="{67003982-54EA-498E-B2A4-8D283FD9A717}" dt="2026-01-17T16:35:35.910" v="3105"/>
          <ac:spMkLst>
            <pc:docMk/>
            <pc:sldMk cId="2359621310" sldId="289"/>
            <ac:spMk id="2" creationId="{806DC6E7-4C66-66A7-F9C4-535152DE2BC1}"/>
          </ac:spMkLst>
        </pc:spChg>
        <pc:spChg chg="mod">
          <ac:chgData name="FERAS ALOUDAT" userId="bd6ae013-b9ad-41b2-a034-15711ddeffef" providerId="ADAL" clId="{67003982-54EA-498E-B2A4-8D283FD9A717}" dt="2026-01-17T16:37:35.781" v="3115" actId="113"/>
          <ac:spMkLst>
            <pc:docMk/>
            <pc:sldMk cId="2359621310" sldId="289"/>
            <ac:spMk id="3" creationId="{CC07B9D0-2591-A061-0E8F-2F258D8813F7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49:40.445" v="3512" actId="113"/>
        <pc:sldMkLst>
          <pc:docMk/>
          <pc:sldMk cId="3454296430" sldId="289"/>
        </pc:sldMkLst>
        <pc:spChg chg="mod">
          <ac:chgData name="FERAS ALOUDAT" userId="bd6ae013-b9ad-41b2-a034-15711ddeffef" providerId="ADAL" clId="{67003982-54EA-498E-B2A4-8D283FD9A717}" dt="2026-01-17T17:49:09.852" v="3501"/>
          <ac:spMkLst>
            <pc:docMk/>
            <pc:sldMk cId="3454296430" sldId="289"/>
            <ac:spMk id="2" creationId="{16DCDD91-D57F-5EA5-42C8-B42BE9779D6C}"/>
          </ac:spMkLst>
        </pc:spChg>
        <pc:spChg chg="del">
          <ac:chgData name="FERAS ALOUDAT" userId="bd6ae013-b9ad-41b2-a034-15711ddeffef" providerId="ADAL" clId="{67003982-54EA-498E-B2A4-8D283FD9A717}" dt="2026-01-17T17:49:18.210" v="3502"/>
          <ac:spMkLst>
            <pc:docMk/>
            <pc:sldMk cId="3454296430" sldId="289"/>
            <ac:spMk id="3" creationId="{8B17E2AB-D46A-460A-DD59-C07A6DFE6517}"/>
          </ac:spMkLst>
        </pc:spChg>
        <pc:spChg chg="add mod">
          <ac:chgData name="FERAS ALOUDAT" userId="bd6ae013-b9ad-41b2-a034-15711ddeffef" providerId="ADAL" clId="{67003982-54EA-498E-B2A4-8D283FD9A717}" dt="2026-01-17T17:49:40.445" v="3512" actId="113"/>
          <ac:spMkLst>
            <pc:docMk/>
            <pc:sldMk cId="3454296430" sldId="289"/>
            <ac:spMk id="4" creationId="{057E31CB-6C0B-8A89-6C86-23008043C957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5.638" v="3379" actId="47"/>
        <pc:sldMkLst>
          <pc:docMk/>
          <pc:sldMk cId="1853393378" sldId="290"/>
        </pc:sldMkLst>
        <pc:spChg chg="mod">
          <ac:chgData name="FERAS ALOUDAT" userId="bd6ae013-b9ad-41b2-a034-15711ddeffef" providerId="ADAL" clId="{67003982-54EA-498E-B2A4-8D283FD9A717}" dt="2026-01-17T16:39:51.921" v="3116"/>
          <ac:spMkLst>
            <pc:docMk/>
            <pc:sldMk cId="1853393378" sldId="290"/>
            <ac:spMk id="2" creationId="{EEA53513-ADB6-965B-9A61-3F91D329B4D0}"/>
          </ac:spMkLst>
        </pc:spChg>
        <pc:spChg chg="mod">
          <ac:chgData name="FERAS ALOUDAT" userId="bd6ae013-b9ad-41b2-a034-15711ddeffef" providerId="ADAL" clId="{67003982-54EA-498E-B2A4-8D283FD9A717}" dt="2026-01-17T16:40:12.345" v="3121" actId="5793"/>
          <ac:spMkLst>
            <pc:docMk/>
            <pc:sldMk cId="1853393378" sldId="290"/>
            <ac:spMk id="3" creationId="{EFDC93B6-6216-038A-20CD-1B858AF8CE35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50:15.595" v="3520" actId="5793"/>
        <pc:sldMkLst>
          <pc:docMk/>
          <pc:sldMk cId="2519841971" sldId="290"/>
        </pc:sldMkLst>
        <pc:spChg chg="mod">
          <ac:chgData name="FERAS ALOUDAT" userId="bd6ae013-b9ad-41b2-a034-15711ddeffef" providerId="ADAL" clId="{67003982-54EA-498E-B2A4-8D283FD9A717}" dt="2026-01-17T17:49:52.993" v="3513"/>
          <ac:spMkLst>
            <pc:docMk/>
            <pc:sldMk cId="2519841971" sldId="290"/>
            <ac:spMk id="2" creationId="{59EA69AA-8E39-9617-FDD9-59E3A70CB464}"/>
          </ac:spMkLst>
        </pc:spChg>
        <pc:spChg chg="del">
          <ac:chgData name="FERAS ALOUDAT" userId="bd6ae013-b9ad-41b2-a034-15711ddeffef" providerId="ADAL" clId="{67003982-54EA-498E-B2A4-8D283FD9A717}" dt="2026-01-17T17:50:00.674" v="3514"/>
          <ac:spMkLst>
            <pc:docMk/>
            <pc:sldMk cId="2519841971" sldId="290"/>
            <ac:spMk id="3" creationId="{D3C055CD-C05F-1260-F4FB-8FB32C5B0E5E}"/>
          </ac:spMkLst>
        </pc:spChg>
        <pc:spChg chg="add mod">
          <ac:chgData name="FERAS ALOUDAT" userId="bd6ae013-b9ad-41b2-a034-15711ddeffef" providerId="ADAL" clId="{67003982-54EA-498E-B2A4-8D283FD9A717}" dt="2026-01-17T17:50:15.595" v="3520" actId="5793"/>
          <ac:spMkLst>
            <pc:docMk/>
            <pc:sldMk cId="2519841971" sldId="290"/>
            <ac:spMk id="4" creationId="{A47E1325-067D-3961-6638-556BFFD86DAE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50:53.521" v="3532" actId="5793"/>
        <pc:sldMkLst>
          <pc:docMk/>
          <pc:sldMk cId="2821607960" sldId="291"/>
        </pc:sldMkLst>
        <pc:spChg chg="mod">
          <ac:chgData name="FERAS ALOUDAT" userId="bd6ae013-b9ad-41b2-a034-15711ddeffef" providerId="ADAL" clId="{67003982-54EA-498E-B2A4-8D283FD9A717}" dt="2026-01-17T17:50:24.551" v="3521"/>
          <ac:spMkLst>
            <pc:docMk/>
            <pc:sldMk cId="2821607960" sldId="291"/>
            <ac:spMk id="2" creationId="{A41FA282-979C-9C88-163B-A5F7E7B44FA8}"/>
          </ac:spMkLst>
        </pc:spChg>
        <pc:spChg chg="del">
          <ac:chgData name="FERAS ALOUDAT" userId="bd6ae013-b9ad-41b2-a034-15711ddeffef" providerId="ADAL" clId="{67003982-54EA-498E-B2A4-8D283FD9A717}" dt="2026-01-17T17:50:30.346" v="3522"/>
          <ac:spMkLst>
            <pc:docMk/>
            <pc:sldMk cId="2821607960" sldId="291"/>
            <ac:spMk id="3" creationId="{61675937-2484-B737-976F-F554D1C6C173}"/>
          </ac:spMkLst>
        </pc:spChg>
        <pc:spChg chg="add mod">
          <ac:chgData name="FERAS ALOUDAT" userId="bd6ae013-b9ad-41b2-a034-15711ddeffef" providerId="ADAL" clId="{67003982-54EA-498E-B2A4-8D283FD9A717}" dt="2026-01-17T17:50:53.521" v="3532" actId="5793"/>
          <ac:spMkLst>
            <pc:docMk/>
            <pc:sldMk cId="2821607960" sldId="291"/>
            <ac:spMk id="4" creationId="{F33EE32D-5A7A-599A-1CB7-3CA9A4EEE4F4}"/>
          </ac:spMkLst>
        </pc:spChg>
      </pc:sldChg>
      <pc:sldChg chg="addSp delSp modSp add del mod">
        <pc:chgData name="FERAS ALOUDAT" userId="bd6ae013-b9ad-41b2-a034-15711ddeffef" providerId="ADAL" clId="{67003982-54EA-498E-B2A4-8D283FD9A717}" dt="2026-01-17T17:28:35.981" v="3380" actId="47"/>
        <pc:sldMkLst>
          <pc:docMk/>
          <pc:sldMk cId="2986180734" sldId="291"/>
        </pc:sldMkLst>
        <pc:spChg chg="mod">
          <ac:chgData name="FERAS ALOUDAT" userId="bd6ae013-b9ad-41b2-a034-15711ddeffef" providerId="ADAL" clId="{67003982-54EA-498E-B2A4-8D283FD9A717}" dt="2026-01-17T16:41:42.921" v="3122"/>
          <ac:spMkLst>
            <pc:docMk/>
            <pc:sldMk cId="2986180734" sldId="291"/>
            <ac:spMk id="2" creationId="{62A6FB1C-A676-0056-535E-FC44E66A542E}"/>
          </ac:spMkLst>
        </pc:spChg>
        <pc:spChg chg="del">
          <ac:chgData name="FERAS ALOUDAT" userId="bd6ae013-b9ad-41b2-a034-15711ddeffef" providerId="ADAL" clId="{67003982-54EA-498E-B2A4-8D283FD9A717}" dt="2026-01-17T16:41:53.537" v="3123"/>
          <ac:spMkLst>
            <pc:docMk/>
            <pc:sldMk cId="2986180734" sldId="291"/>
            <ac:spMk id="3" creationId="{1509C39D-4F3F-A943-2C33-09F1EC30381F}"/>
          </ac:spMkLst>
        </pc:spChg>
        <pc:graphicFrameChg chg="add mod modGraphic">
          <ac:chgData name="FERAS ALOUDAT" userId="bd6ae013-b9ad-41b2-a034-15711ddeffef" providerId="ADAL" clId="{67003982-54EA-498E-B2A4-8D283FD9A717}" dt="2026-01-17T16:42:23.624" v="3139" actId="20577"/>
          <ac:graphicFrameMkLst>
            <pc:docMk/>
            <pc:sldMk cId="2986180734" sldId="291"/>
            <ac:graphicFrameMk id="4" creationId="{7D0221EC-DBC7-44D2-8121-5DF0E512A4F1}"/>
          </ac:graphicFrameMkLst>
        </pc:graphicFrameChg>
      </pc:sldChg>
      <pc:sldChg chg="addSp delSp modSp add del mod">
        <pc:chgData name="FERAS ALOUDAT" userId="bd6ae013-b9ad-41b2-a034-15711ddeffef" providerId="ADAL" clId="{67003982-54EA-498E-B2A4-8D283FD9A717}" dt="2026-01-17T17:28:36.291" v="3381" actId="47"/>
        <pc:sldMkLst>
          <pc:docMk/>
          <pc:sldMk cId="897887442" sldId="292"/>
        </pc:sldMkLst>
        <pc:spChg chg="mod">
          <ac:chgData name="FERAS ALOUDAT" userId="bd6ae013-b9ad-41b2-a034-15711ddeffef" providerId="ADAL" clId="{67003982-54EA-498E-B2A4-8D283FD9A717}" dt="2026-01-17T16:42:55.040" v="3142"/>
          <ac:spMkLst>
            <pc:docMk/>
            <pc:sldMk cId="897887442" sldId="292"/>
            <ac:spMk id="2" creationId="{9AA40D3D-A6E1-E7F2-BF61-D15A96511189}"/>
          </ac:spMkLst>
        </pc:spChg>
        <pc:spChg chg="add del mod">
          <ac:chgData name="FERAS ALOUDAT" userId="bd6ae013-b9ad-41b2-a034-15711ddeffef" providerId="ADAL" clId="{67003982-54EA-498E-B2A4-8D283FD9A717}" dt="2026-01-17T16:43:14.110" v="3147" actId="5793"/>
          <ac:spMkLst>
            <pc:docMk/>
            <pc:sldMk cId="897887442" sldId="292"/>
            <ac:spMk id="3" creationId="{AC18901B-C49E-5D7E-CB87-9796E4D5DAD7}"/>
          </ac:spMkLst>
        </pc:spChg>
        <pc:graphicFrameChg chg="add mod">
          <ac:chgData name="FERAS ALOUDAT" userId="bd6ae013-b9ad-41b2-a034-15711ddeffef" providerId="ADAL" clId="{67003982-54EA-498E-B2A4-8D283FD9A717}" dt="2026-01-17T16:42:51.558" v="3141"/>
          <ac:graphicFrameMkLst>
            <pc:docMk/>
            <pc:sldMk cId="897887442" sldId="292"/>
            <ac:graphicFrameMk id="4" creationId="{F4E139BF-2E18-3579-B4E4-959C04D67224}"/>
          </ac:graphicFrameMkLst>
        </pc:graphicFrameChg>
      </pc:sldChg>
      <pc:sldChg chg="addSp delSp modSp add mod">
        <pc:chgData name="FERAS ALOUDAT" userId="bd6ae013-b9ad-41b2-a034-15711ddeffef" providerId="ADAL" clId="{67003982-54EA-498E-B2A4-8D283FD9A717}" dt="2026-01-17T17:51:40.636" v="3546" actId="403"/>
        <pc:sldMkLst>
          <pc:docMk/>
          <pc:sldMk cId="2250909406" sldId="292"/>
        </pc:sldMkLst>
        <pc:spChg chg="mod">
          <ac:chgData name="FERAS ALOUDAT" userId="bd6ae013-b9ad-41b2-a034-15711ddeffef" providerId="ADAL" clId="{67003982-54EA-498E-B2A4-8D283FD9A717}" dt="2026-01-17T17:51:01.686" v="3533"/>
          <ac:spMkLst>
            <pc:docMk/>
            <pc:sldMk cId="2250909406" sldId="292"/>
            <ac:spMk id="2" creationId="{A7DF5A59-0B27-BD6F-6E87-BED295D55FF5}"/>
          </ac:spMkLst>
        </pc:spChg>
        <pc:spChg chg="add del mod">
          <ac:chgData name="FERAS ALOUDAT" userId="bd6ae013-b9ad-41b2-a034-15711ddeffef" providerId="ADAL" clId="{67003982-54EA-498E-B2A4-8D283FD9A717}" dt="2026-01-17T17:51:24.928" v="3539"/>
          <ac:spMkLst>
            <pc:docMk/>
            <pc:sldMk cId="2250909406" sldId="292"/>
            <ac:spMk id="3" creationId="{3BE2F837-9315-F6D5-65BA-2CD54A6AC6FE}"/>
          </ac:spMkLst>
        </pc:spChg>
        <pc:spChg chg="add mod">
          <ac:chgData name="FERAS ALOUDAT" userId="bd6ae013-b9ad-41b2-a034-15711ddeffef" providerId="ADAL" clId="{67003982-54EA-498E-B2A4-8D283FD9A717}" dt="2026-01-17T17:51:21.965" v="3535"/>
          <ac:spMkLst>
            <pc:docMk/>
            <pc:sldMk cId="2250909406" sldId="292"/>
            <ac:spMk id="4" creationId="{47262A14-1E28-F904-A565-8259C5F60DDA}"/>
          </ac:spMkLst>
        </pc:spChg>
        <pc:spChg chg="add mod">
          <ac:chgData name="FERAS ALOUDAT" userId="bd6ae013-b9ad-41b2-a034-15711ddeffef" providerId="ADAL" clId="{67003982-54EA-498E-B2A4-8D283FD9A717}" dt="2026-01-17T17:51:40.636" v="3546" actId="403"/>
          <ac:spMkLst>
            <pc:docMk/>
            <pc:sldMk cId="2250909406" sldId="292"/>
            <ac:spMk id="5" creationId="{85F9ABF5-C2C8-B010-A256-2F8A94B1EFEE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6.575" v="3382" actId="47"/>
        <pc:sldMkLst>
          <pc:docMk/>
          <pc:sldMk cId="1637981804" sldId="293"/>
        </pc:sldMkLst>
        <pc:spChg chg="mod">
          <ac:chgData name="FERAS ALOUDAT" userId="bd6ae013-b9ad-41b2-a034-15711ddeffef" providerId="ADAL" clId="{67003982-54EA-498E-B2A4-8D283FD9A717}" dt="2026-01-17T16:43:33.989" v="3150" actId="113"/>
          <ac:spMkLst>
            <pc:docMk/>
            <pc:sldMk cId="1637981804" sldId="293"/>
            <ac:spMk id="2" creationId="{1EBA5D8A-14E3-413B-199D-9E71144EFBA7}"/>
          </ac:spMkLst>
        </pc:spChg>
        <pc:spChg chg="mod">
          <ac:chgData name="FERAS ALOUDAT" userId="bd6ae013-b9ad-41b2-a034-15711ddeffef" providerId="ADAL" clId="{67003982-54EA-498E-B2A4-8D283FD9A717}" dt="2026-01-17T17:23:08.994" v="3281" actId="20577"/>
          <ac:spMkLst>
            <pc:docMk/>
            <pc:sldMk cId="1637981804" sldId="293"/>
            <ac:spMk id="3" creationId="{79ACD258-9BB1-5256-9C43-6708EDBDE22C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52:17.457" v="3557" actId="403"/>
        <pc:sldMkLst>
          <pc:docMk/>
          <pc:sldMk cId="2329836719" sldId="293"/>
        </pc:sldMkLst>
        <pc:spChg chg="mod">
          <ac:chgData name="FERAS ALOUDAT" userId="bd6ae013-b9ad-41b2-a034-15711ddeffef" providerId="ADAL" clId="{67003982-54EA-498E-B2A4-8D283FD9A717}" dt="2026-01-17T17:51:49.882" v="3547"/>
          <ac:spMkLst>
            <pc:docMk/>
            <pc:sldMk cId="2329836719" sldId="293"/>
            <ac:spMk id="2" creationId="{BFB49599-6446-108A-6184-3E26219CB663}"/>
          </ac:spMkLst>
        </pc:spChg>
        <pc:spChg chg="del">
          <ac:chgData name="FERAS ALOUDAT" userId="bd6ae013-b9ad-41b2-a034-15711ddeffef" providerId="ADAL" clId="{67003982-54EA-498E-B2A4-8D283FD9A717}" dt="2026-01-17T17:52:00.273" v="3548"/>
          <ac:spMkLst>
            <pc:docMk/>
            <pc:sldMk cId="2329836719" sldId="293"/>
            <ac:spMk id="3" creationId="{BEEBDC36-2516-4DF8-BD94-02E8F9EA1E41}"/>
          </ac:spMkLst>
        </pc:spChg>
        <pc:spChg chg="add mod">
          <ac:chgData name="FERAS ALOUDAT" userId="bd6ae013-b9ad-41b2-a034-15711ddeffef" providerId="ADAL" clId="{67003982-54EA-498E-B2A4-8D283FD9A717}" dt="2026-01-17T17:52:17.457" v="3557" actId="403"/>
          <ac:spMkLst>
            <pc:docMk/>
            <pc:sldMk cId="2329836719" sldId="293"/>
            <ac:spMk id="4" creationId="{8B955481-6C2F-CAD7-A9D6-E6214614B54E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6.872" v="3383" actId="47"/>
        <pc:sldMkLst>
          <pc:docMk/>
          <pc:sldMk cId="2129872220" sldId="294"/>
        </pc:sldMkLst>
        <pc:spChg chg="mod">
          <ac:chgData name="FERAS ALOUDAT" userId="bd6ae013-b9ad-41b2-a034-15711ddeffef" providerId="ADAL" clId="{67003982-54EA-498E-B2A4-8D283FD9A717}" dt="2026-01-17T17:23:31.123" v="3303" actId="313"/>
          <ac:spMkLst>
            <pc:docMk/>
            <pc:sldMk cId="2129872220" sldId="294"/>
            <ac:spMk id="2" creationId="{E296E9A3-582B-A271-AF23-197195AD23F9}"/>
          </ac:spMkLst>
        </pc:spChg>
        <pc:spChg chg="mod">
          <ac:chgData name="FERAS ALOUDAT" userId="bd6ae013-b9ad-41b2-a034-15711ddeffef" providerId="ADAL" clId="{67003982-54EA-498E-B2A4-8D283FD9A717}" dt="2026-01-17T17:24:01.646" v="3320" actId="20577"/>
          <ac:spMkLst>
            <pc:docMk/>
            <pc:sldMk cId="2129872220" sldId="294"/>
            <ac:spMk id="3" creationId="{691E5FC3-687C-D5F8-B9E4-DE625E59B39E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53:06.092" v="3566" actId="403"/>
        <pc:sldMkLst>
          <pc:docMk/>
          <pc:sldMk cId="3116175065" sldId="294"/>
        </pc:sldMkLst>
        <pc:spChg chg="mod">
          <ac:chgData name="FERAS ALOUDAT" userId="bd6ae013-b9ad-41b2-a034-15711ddeffef" providerId="ADAL" clId="{67003982-54EA-498E-B2A4-8D283FD9A717}" dt="2026-01-17T17:52:45.186" v="3558"/>
          <ac:spMkLst>
            <pc:docMk/>
            <pc:sldMk cId="3116175065" sldId="294"/>
            <ac:spMk id="2" creationId="{A0741294-8DF3-BF8C-14CF-69F46C6C05DA}"/>
          </ac:spMkLst>
        </pc:spChg>
        <pc:spChg chg="del mod">
          <ac:chgData name="FERAS ALOUDAT" userId="bd6ae013-b9ad-41b2-a034-15711ddeffef" providerId="ADAL" clId="{67003982-54EA-498E-B2A4-8D283FD9A717}" dt="2026-01-17T17:52:52.987" v="3560"/>
          <ac:spMkLst>
            <pc:docMk/>
            <pc:sldMk cId="3116175065" sldId="294"/>
            <ac:spMk id="3" creationId="{8153DB35-E695-75FA-C485-4F5351F740EE}"/>
          </ac:spMkLst>
        </pc:spChg>
        <pc:spChg chg="add mod">
          <ac:chgData name="FERAS ALOUDAT" userId="bd6ae013-b9ad-41b2-a034-15711ddeffef" providerId="ADAL" clId="{67003982-54EA-498E-B2A4-8D283FD9A717}" dt="2026-01-17T17:53:06.092" v="3566" actId="403"/>
          <ac:spMkLst>
            <pc:docMk/>
            <pc:sldMk cId="3116175065" sldId="294"/>
            <ac:spMk id="4" creationId="{534FFCBF-1C43-D0A2-6942-223E04558E27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7.140" v="3384" actId="47"/>
        <pc:sldMkLst>
          <pc:docMk/>
          <pc:sldMk cId="1177068370" sldId="295"/>
        </pc:sldMkLst>
        <pc:spChg chg="mod">
          <ac:chgData name="FERAS ALOUDAT" userId="bd6ae013-b9ad-41b2-a034-15711ddeffef" providerId="ADAL" clId="{67003982-54EA-498E-B2A4-8D283FD9A717}" dt="2026-01-17T17:24:14.357" v="3321"/>
          <ac:spMkLst>
            <pc:docMk/>
            <pc:sldMk cId="1177068370" sldId="295"/>
            <ac:spMk id="2" creationId="{711BA5AD-61DC-BDFF-AEF9-A02F94FC179F}"/>
          </ac:spMkLst>
        </pc:spChg>
        <pc:spChg chg="mod">
          <ac:chgData name="FERAS ALOUDAT" userId="bd6ae013-b9ad-41b2-a034-15711ddeffef" providerId="ADAL" clId="{67003982-54EA-498E-B2A4-8D283FD9A717}" dt="2026-01-17T17:24:42.106" v="3333" actId="27636"/>
          <ac:spMkLst>
            <pc:docMk/>
            <pc:sldMk cId="1177068370" sldId="295"/>
            <ac:spMk id="3" creationId="{E9DC29AC-C3B1-D4F6-0AB2-53AE5910E082}"/>
          </ac:spMkLst>
        </pc:spChg>
      </pc:sldChg>
      <pc:sldChg chg="modSp add mod">
        <pc:chgData name="FERAS ALOUDAT" userId="bd6ae013-b9ad-41b2-a034-15711ddeffef" providerId="ADAL" clId="{67003982-54EA-498E-B2A4-8D283FD9A717}" dt="2026-01-17T17:53:32.744" v="3584" actId="113"/>
        <pc:sldMkLst>
          <pc:docMk/>
          <pc:sldMk cId="3854999397" sldId="295"/>
        </pc:sldMkLst>
        <pc:spChg chg="mod">
          <ac:chgData name="FERAS ALOUDAT" userId="bd6ae013-b9ad-41b2-a034-15711ddeffef" providerId="ADAL" clId="{67003982-54EA-498E-B2A4-8D283FD9A717}" dt="2026-01-17T17:53:13.529" v="3577" actId="20577"/>
          <ac:spMkLst>
            <pc:docMk/>
            <pc:sldMk cId="3854999397" sldId="295"/>
            <ac:spMk id="2" creationId="{1B0DCDC4-EB13-6E14-429F-032F3205EF27}"/>
          </ac:spMkLst>
        </pc:spChg>
        <pc:spChg chg="mod">
          <ac:chgData name="FERAS ALOUDAT" userId="bd6ae013-b9ad-41b2-a034-15711ddeffef" providerId="ADAL" clId="{67003982-54EA-498E-B2A4-8D283FD9A717}" dt="2026-01-17T17:53:32.744" v="3584" actId="113"/>
          <ac:spMkLst>
            <pc:docMk/>
            <pc:sldMk cId="3854999397" sldId="295"/>
            <ac:spMk id="3" creationId="{901F485A-9181-9A31-DF3B-E0F4DA7DB359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41.717" v="3393" actId="47"/>
        <pc:sldMkLst>
          <pc:docMk/>
          <pc:sldMk cId="1695952494" sldId="296"/>
        </pc:sldMkLst>
        <pc:spChg chg="mod">
          <ac:chgData name="FERAS ALOUDAT" userId="bd6ae013-b9ad-41b2-a034-15711ddeffef" providerId="ADAL" clId="{67003982-54EA-498E-B2A4-8D283FD9A717}" dt="2026-01-17T17:01:43.301" v="3188"/>
          <ac:spMkLst>
            <pc:docMk/>
            <pc:sldMk cId="1695952494" sldId="296"/>
            <ac:spMk id="2" creationId="{3C1084B8-88F3-D779-50AB-11FA73A2305A}"/>
          </ac:spMkLst>
        </pc:spChg>
        <pc:spChg chg="mod">
          <ac:chgData name="FERAS ALOUDAT" userId="bd6ae013-b9ad-41b2-a034-15711ddeffef" providerId="ADAL" clId="{67003982-54EA-498E-B2A4-8D283FD9A717}" dt="2026-01-17T17:02:53.354" v="3197" actId="20577"/>
          <ac:spMkLst>
            <pc:docMk/>
            <pc:sldMk cId="1695952494" sldId="296"/>
            <ac:spMk id="3" creationId="{046B914A-F737-3DD9-E6E8-27757EFBA07C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54:29.886" v="3595" actId="403"/>
        <pc:sldMkLst>
          <pc:docMk/>
          <pc:sldMk cId="3704530325" sldId="296"/>
        </pc:sldMkLst>
        <pc:spChg chg="mod">
          <ac:chgData name="FERAS ALOUDAT" userId="bd6ae013-b9ad-41b2-a034-15711ddeffef" providerId="ADAL" clId="{67003982-54EA-498E-B2A4-8D283FD9A717}" dt="2026-01-17T17:53:51.115" v="3585"/>
          <ac:spMkLst>
            <pc:docMk/>
            <pc:sldMk cId="3704530325" sldId="296"/>
            <ac:spMk id="2" creationId="{D712961B-5CE4-5319-E43C-655A6BEEFB7B}"/>
          </ac:spMkLst>
        </pc:spChg>
        <pc:spChg chg="del">
          <ac:chgData name="FERAS ALOUDAT" userId="bd6ae013-b9ad-41b2-a034-15711ddeffef" providerId="ADAL" clId="{67003982-54EA-498E-B2A4-8D283FD9A717}" dt="2026-01-17T17:54:13.167" v="3586"/>
          <ac:spMkLst>
            <pc:docMk/>
            <pc:sldMk cId="3704530325" sldId="296"/>
            <ac:spMk id="3" creationId="{DD45DFDF-5D58-6A1C-7B7B-31C30F7AADF7}"/>
          </ac:spMkLst>
        </pc:spChg>
        <pc:spChg chg="add mod">
          <ac:chgData name="FERAS ALOUDAT" userId="bd6ae013-b9ad-41b2-a034-15711ddeffef" providerId="ADAL" clId="{67003982-54EA-498E-B2A4-8D283FD9A717}" dt="2026-01-17T17:54:29.886" v="3595" actId="403"/>
          <ac:spMkLst>
            <pc:docMk/>
            <pc:sldMk cId="3704530325" sldId="296"/>
            <ac:spMk id="4" creationId="{191D601C-F551-41AB-FB4A-D1E920A97663}"/>
          </ac:spMkLst>
        </pc:spChg>
      </pc:sldChg>
      <pc:sldChg chg="addSp delSp modSp add del mod">
        <pc:chgData name="FERAS ALOUDAT" userId="bd6ae013-b9ad-41b2-a034-15711ddeffef" providerId="ADAL" clId="{67003982-54EA-498E-B2A4-8D283FD9A717}" dt="2026-01-17T17:28:41.906" v="3394" actId="47"/>
        <pc:sldMkLst>
          <pc:docMk/>
          <pc:sldMk cId="67241155" sldId="297"/>
        </pc:sldMkLst>
        <pc:spChg chg="mod">
          <ac:chgData name="FERAS ALOUDAT" userId="bd6ae013-b9ad-41b2-a034-15711ddeffef" providerId="ADAL" clId="{67003982-54EA-498E-B2A4-8D283FD9A717}" dt="2026-01-17T17:03:44.737" v="3198"/>
          <ac:spMkLst>
            <pc:docMk/>
            <pc:sldMk cId="67241155" sldId="297"/>
            <ac:spMk id="2" creationId="{708A7F52-252D-F9C9-EEA1-1FE5463EAC92}"/>
          </ac:spMkLst>
        </pc:spChg>
        <pc:spChg chg="del">
          <ac:chgData name="FERAS ALOUDAT" userId="bd6ae013-b9ad-41b2-a034-15711ddeffef" providerId="ADAL" clId="{67003982-54EA-498E-B2A4-8D283FD9A717}" dt="2026-01-17T17:03:55.748" v="3199"/>
          <ac:spMkLst>
            <pc:docMk/>
            <pc:sldMk cId="67241155" sldId="297"/>
            <ac:spMk id="3" creationId="{DD7065E4-1A52-E5C5-EBD0-C5CD16802291}"/>
          </ac:spMkLst>
        </pc:spChg>
        <pc:graphicFrameChg chg="add mod modGraphic">
          <ac:chgData name="FERAS ALOUDAT" userId="bd6ae013-b9ad-41b2-a034-15711ddeffef" providerId="ADAL" clId="{67003982-54EA-498E-B2A4-8D283FD9A717}" dt="2026-01-17T17:04:31.367" v="3218"/>
          <ac:graphicFrameMkLst>
            <pc:docMk/>
            <pc:sldMk cId="67241155" sldId="297"/>
            <ac:graphicFrameMk id="4" creationId="{729ED2BF-C51C-6381-9700-2ED2BA9FCE31}"/>
          </ac:graphicFrameMkLst>
        </pc:graphicFrameChg>
      </pc:sldChg>
      <pc:sldChg chg="addSp delSp modSp add mod">
        <pc:chgData name="FERAS ALOUDAT" userId="bd6ae013-b9ad-41b2-a034-15711ddeffef" providerId="ADAL" clId="{67003982-54EA-498E-B2A4-8D283FD9A717}" dt="2026-01-17T17:55:00.471" v="3602" actId="20577"/>
        <pc:sldMkLst>
          <pc:docMk/>
          <pc:sldMk cId="2186124497" sldId="297"/>
        </pc:sldMkLst>
        <pc:spChg chg="mod">
          <ac:chgData name="FERAS ALOUDAT" userId="bd6ae013-b9ad-41b2-a034-15711ddeffef" providerId="ADAL" clId="{67003982-54EA-498E-B2A4-8D283FD9A717}" dt="2026-01-17T17:54:42.173" v="3596"/>
          <ac:spMkLst>
            <pc:docMk/>
            <pc:sldMk cId="2186124497" sldId="297"/>
            <ac:spMk id="2" creationId="{5CE40A1B-60D0-6A8F-8165-5E8B9BC8A68A}"/>
          </ac:spMkLst>
        </pc:spChg>
        <pc:spChg chg="del">
          <ac:chgData name="FERAS ALOUDAT" userId="bd6ae013-b9ad-41b2-a034-15711ddeffef" providerId="ADAL" clId="{67003982-54EA-498E-B2A4-8D283FD9A717}" dt="2026-01-17T17:54:47.417" v="3597"/>
          <ac:spMkLst>
            <pc:docMk/>
            <pc:sldMk cId="2186124497" sldId="297"/>
            <ac:spMk id="3" creationId="{4783E4A5-7CEB-34B3-C141-A76C74C505F1}"/>
          </ac:spMkLst>
        </pc:spChg>
        <pc:spChg chg="add mod">
          <ac:chgData name="FERAS ALOUDAT" userId="bd6ae013-b9ad-41b2-a034-15711ddeffef" providerId="ADAL" clId="{67003982-54EA-498E-B2A4-8D283FD9A717}" dt="2026-01-17T17:55:00.471" v="3602" actId="20577"/>
          <ac:spMkLst>
            <pc:docMk/>
            <pc:sldMk cId="2186124497" sldId="297"/>
            <ac:spMk id="4" creationId="{539D3368-4FA6-4296-3584-25232595DB45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55:39.735" v="3610" actId="403"/>
        <pc:sldMkLst>
          <pc:docMk/>
          <pc:sldMk cId="462892310" sldId="298"/>
        </pc:sldMkLst>
        <pc:spChg chg="mod">
          <ac:chgData name="FERAS ALOUDAT" userId="bd6ae013-b9ad-41b2-a034-15711ddeffef" providerId="ADAL" clId="{67003982-54EA-498E-B2A4-8D283FD9A717}" dt="2026-01-17T17:55:24.222" v="3603"/>
          <ac:spMkLst>
            <pc:docMk/>
            <pc:sldMk cId="462892310" sldId="298"/>
            <ac:spMk id="2" creationId="{3DCCFC42-7BC4-D952-A572-7BD81E8F0D56}"/>
          </ac:spMkLst>
        </pc:spChg>
        <pc:spChg chg="del">
          <ac:chgData name="FERAS ALOUDAT" userId="bd6ae013-b9ad-41b2-a034-15711ddeffef" providerId="ADAL" clId="{67003982-54EA-498E-B2A4-8D283FD9A717}" dt="2026-01-17T17:55:28.854" v="3604"/>
          <ac:spMkLst>
            <pc:docMk/>
            <pc:sldMk cId="462892310" sldId="298"/>
            <ac:spMk id="3" creationId="{47EFEB4F-9683-1286-3B72-9631393844DD}"/>
          </ac:spMkLst>
        </pc:spChg>
        <pc:spChg chg="add mod">
          <ac:chgData name="FERAS ALOUDAT" userId="bd6ae013-b9ad-41b2-a034-15711ddeffef" providerId="ADAL" clId="{67003982-54EA-498E-B2A4-8D283FD9A717}" dt="2026-01-17T17:55:39.735" v="3610" actId="403"/>
          <ac:spMkLst>
            <pc:docMk/>
            <pc:sldMk cId="462892310" sldId="298"/>
            <ac:spMk id="4" creationId="{5DF4619D-4A2A-80C1-0FCB-32ED0E640202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42.532" v="3395" actId="47"/>
        <pc:sldMkLst>
          <pc:docMk/>
          <pc:sldMk cId="1088049130" sldId="298"/>
        </pc:sldMkLst>
        <pc:spChg chg="mod">
          <ac:chgData name="FERAS ALOUDAT" userId="bd6ae013-b9ad-41b2-a034-15711ddeffef" providerId="ADAL" clId="{67003982-54EA-498E-B2A4-8D283FD9A717}" dt="2026-01-17T17:05:02.500" v="3235"/>
          <ac:spMkLst>
            <pc:docMk/>
            <pc:sldMk cId="1088049130" sldId="298"/>
            <ac:spMk id="2" creationId="{5B67E485-4F4A-174F-8690-B9B41C460417}"/>
          </ac:spMkLst>
        </pc:spChg>
        <pc:spChg chg="mod">
          <ac:chgData name="FERAS ALOUDAT" userId="bd6ae013-b9ad-41b2-a034-15711ddeffef" providerId="ADAL" clId="{67003982-54EA-498E-B2A4-8D283FD9A717}" dt="2026-01-17T17:05:36.817" v="3262" actId="20577"/>
          <ac:spMkLst>
            <pc:docMk/>
            <pc:sldMk cId="1088049130" sldId="298"/>
            <ac:spMk id="3" creationId="{9BB63F66-2DFB-8614-44B5-A532891ED568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56:51.799" v="3621" actId="403"/>
        <pc:sldMkLst>
          <pc:docMk/>
          <pc:sldMk cId="1036525017" sldId="299"/>
        </pc:sldMkLst>
        <pc:spChg chg="mod">
          <ac:chgData name="FERAS ALOUDAT" userId="bd6ae013-b9ad-41b2-a034-15711ddeffef" providerId="ADAL" clId="{67003982-54EA-498E-B2A4-8D283FD9A717}" dt="2026-01-17T17:56:28.128" v="3611"/>
          <ac:spMkLst>
            <pc:docMk/>
            <pc:sldMk cId="1036525017" sldId="299"/>
            <ac:spMk id="2" creationId="{41DD7255-4167-7B5E-017F-B45C222446DB}"/>
          </ac:spMkLst>
        </pc:spChg>
        <pc:spChg chg="del">
          <ac:chgData name="FERAS ALOUDAT" userId="bd6ae013-b9ad-41b2-a034-15711ddeffef" providerId="ADAL" clId="{67003982-54EA-498E-B2A4-8D283FD9A717}" dt="2026-01-17T17:56:35.985" v="3612"/>
          <ac:spMkLst>
            <pc:docMk/>
            <pc:sldMk cId="1036525017" sldId="299"/>
            <ac:spMk id="3" creationId="{A35D4EB9-6B2C-9BDD-519E-4F1FAF7ECEAC}"/>
          </ac:spMkLst>
        </pc:spChg>
        <pc:spChg chg="add mod">
          <ac:chgData name="FERAS ALOUDAT" userId="bd6ae013-b9ad-41b2-a034-15711ddeffef" providerId="ADAL" clId="{67003982-54EA-498E-B2A4-8D283FD9A717}" dt="2026-01-17T17:56:51.799" v="3621" actId="403"/>
          <ac:spMkLst>
            <pc:docMk/>
            <pc:sldMk cId="1036525017" sldId="299"/>
            <ac:spMk id="4" creationId="{A1825A5E-C744-3126-C711-D0D049C87076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7.440" v="3385" actId="47"/>
        <pc:sldMkLst>
          <pc:docMk/>
          <pc:sldMk cId="4103757221" sldId="299"/>
        </pc:sldMkLst>
        <pc:spChg chg="mod">
          <ac:chgData name="FERAS ALOUDAT" userId="bd6ae013-b9ad-41b2-a034-15711ddeffef" providerId="ADAL" clId="{67003982-54EA-498E-B2A4-8D283FD9A717}" dt="2026-01-17T17:24:55.329" v="3334"/>
          <ac:spMkLst>
            <pc:docMk/>
            <pc:sldMk cId="4103757221" sldId="299"/>
            <ac:spMk id="2" creationId="{313CA1EB-22F8-0AEB-B211-6DFC258BD335}"/>
          </ac:spMkLst>
        </pc:spChg>
        <pc:spChg chg="mod">
          <ac:chgData name="FERAS ALOUDAT" userId="bd6ae013-b9ad-41b2-a034-15711ddeffef" providerId="ADAL" clId="{67003982-54EA-498E-B2A4-8D283FD9A717}" dt="2026-01-17T17:25:16.187" v="3346" actId="27636"/>
          <ac:spMkLst>
            <pc:docMk/>
            <pc:sldMk cId="4103757221" sldId="299"/>
            <ac:spMk id="3" creationId="{97B882B9-5CBE-3D78-4963-ACBD69991054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7:57:39.677" v="3635" actId="14100"/>
        <pc:sldMkLst>
          <pc:docMk/>
          <pc:sldMk cId="1023274047" sldId="300"/>
        </pc:sldMkLst>
        <pc:spChg chg="mod">
          <ac:chgData name="FERAS ALOUDAT" userId="bd6ae013-b9ad-41b2-a034-15711ddeffef" providerId="ADAL" clId="{67003982-54EA-498E-B2A4-8D283FD9A717}" dt="2026-01-17T17:57:16.198" v="3623"/>
          <ac:spMkLst>
            <pc:docMk/>
            <pc:sldMk cId="1023274047" sldId="300"/>
            <ac:spMk id="2" creationId="{C553F26E-38CB-9CF3-50D5-723E794AAE85}"/>
          </ac:spMkLst>
        </pc:spChg>
        <pc:spChg chg="del">
          <ac:chgData name="FERAS ALOUDAT" userId="bd6ae013-b9ad-41b2-a034-15711ddeffef" providerId="ADAL" clId="{67003982-54EA-498E-B2A4-8D283FD9A717}" dt="2026-01-17T17:57:22.800" v="3624"/>
          <ac:spMkLst>
            <pc:docMk/>
            <pc:sldMk cId="1023274047" sldId="300"/>
            <ac:spMk id="3" creationId="{6D058D14-D56A-1CB5-3DB1-FA2638471203}"/>
          </ac:spMkLst>
        </pc:spChg>
        <pc:spChg chg="add mod">
          <ac:chgData name="FERAS ALOUDAT" userId="bd6ae013-b9ad-41b2-a034-15711ddeffef" providerId="ADAL" clId="{67003982-54EA-498E-B2A4-8D283FD9A717}" dt="2026-01-17T17:57:39.677" v="3635" actId="14100"/>
          <ac:spMkLst>
            <pc:docMk/>
            <pc:sldMk cId="1023274047" sldId="300"/>
            <ac:spMk id="4" creationId="{4020D37D-9B7F-E822-2FDB-9E06D5849E5D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7.725" v="3386" actId="47"/>
        <pc:sldMkLst>
          <pc:docMk/>
          <pc:sldMk cId="4059494775" sldId="300"/>
        </pc:sldMkLst>
        <pc:spChg chg="mod">
          <ac:chgData name="FERAS ALOUDAT" userId="bd6ae013-b9ad-41b2-a034-15711ddeffef" providerId="ADAL" clId="{67003982-54EA-498E-B2A4-8D283FD9A717}" dt="2026-01-17T17:25:24.994" v="3347"/>
          <ac:spMkLst>
            <pc:docMk/>
            <pc:sldMk cId="4059494775" sldId="300"/>
            <ac:spMk id="2" creationId="{2E251B00-3E07-2E41-6E8C-14EC42C2F0B1}"/>
          </ac:spMkLst>
        </pc:spChg>
        <pc:spChg chg="mod">
          <ac:chgData name="FERAS ALOUDAT" userId="bd6ae013-b9ad-41b2-a034-15711ddeffef" providerId="ADAL" clId="{67003982-54EA-498E-B2A4-8D283FD9A717}" dt="2026-01-17T17:25:47.824" v="3356" actId="27636"/>
          <ac:spMkLst>
            <pc:docMk/>
            <pc:sldMk cId="4059494775" sldId="300"/>
            <ac:spMk id="3" creationId="{29D57789-6D3E-19C3-89A7-99BBCE3BDDB2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38.005" v="3387" actId="47"/>
        <pc:sldMkLst>
          <pc:docMk/>
          <pc:sldMk cId="88244559" sldId="301"/>
        </pc:sldMkLst>
        <pc:spChg chg="mod">
          <ac:chgData name="FERAS ALOUDAT" userId="bd6ae013-b9ad-41b2-a034-15711ddeffef" providerId="ADAL" clId="{67003982-54EA-498E-B2A4-8D283FD9A717}" dt="2026-01-17T17:26:18.926" v="3357"/>
          <ac:spMkLst>
            <pc:docMk/>
            <pc:sldMk cId="88244559" sldId="301"/>
            <ac:spMk id="2" creationId="{5B026BCD-0AA3-7F90-C19C-D904FD1504B8}"/>
          </ac:spMkLst>
        </pc:spChg>
        <pc:spChg chg="mod">
          <ac:chgData name="FERAS ALOUDAT" userId="bd6ae013-b9ad-41b2-a034-15711ddeffef" providerId="ADAL" clId="{67003982-54EA-498E-B2A4-8D283FD9A717}" dt="2026-01-17T17:26:44.138" v="3372" actId="27636"/>
          <ac:spMkLst>
            <pc:docMk/>
            <pc:sldMk cId="88244559" sldId="301"/>
            <ac:spMk id="3" creationId="{2F538CD2-FDEE-B786-27FB-00D39C9C1593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8:00:21.614" v="3644" actId="1076"/>
        <pc:sldMkLst>
          <pc:docMk/>
          <pc:sldMk cId="2216345996" sldId="301"/>
        </pc:sldMkLst>
        <pc:spChg chg="mod">
          <ac:chgData name="FERAS ALOUDAT" userId="bd6ae013-b9ad-41b2-a034-15711ddeffef" providerId="ADAL" clId="{67003982-54EA-498E-B2A4-8D283FD9A717}" dt="2026-01-17T17:59:34.435" v="3636"/>
          <ac:spMkLst>
            <pc:docMk/>
            <pc:sldMk cId="2216345996" sldId="301"/>
            <ac:spMk id="2" creationId="{B97646DE-3F85-C707-038D-2B6513D75893}"/>
          </ac:spMkLst>
        </pc:spChg>
        <pc:spChg chg="del">
          <ac:chgData name="FERAS ALOUDAT" userId="bd6ae013-b9ad-41b2-a034-15711ddeffef" providerId="ADAL" clId="{67003982-54EA-498E-B2A4-8D283FD9A717}" dt="2026-01-17T17:59:40.118" v="3637"/>
          <ac:spMkLst>
            <pc:docMk/>
            <pc:sldMk cId="2216345996" sldId="301"/>
            <ac:spMk id="3" creationId="{AAD38A2F-6338-7581-CF96-16EA42183AB0}"/>
          </ac:spMkLst>
        </pc:spChg>
        <pc:spChg chg="add mod">
          <ac:chgData name="FERAS ALOUDAT" userId="bd6ae013-b9ad-41b2-a034-15711ddeffef" providerId="ADAL" clId="{67003982-54EA-498E-B2A4-8D283FD9A717}" dt="2026-01-17T18:00:21.614" v="3644" actId="1076"/>
          <ac:spMkLst>
            <pc:docMk/>
            <pc:sldMk cId="2216345996" sldId="301"/>
            <ac:spMk id="4" creationId="{4CB6722D-F4F3-A0D0-00C3-76B75FA78771}"/>
          </ac:spMkLst>
        </pc:spChg>
      </pc:sldChg>
      <pc:sldChg chg="modSp add del">
        <pc:chgData name="FERAS ALOUDAT" userId="bd6ae013-b9ad-41b2-a034-15711ddeffef" providerId="ADAL" clId="{67003982-54EA-498E-B2A4-8D283FD9A717}" dt="2026-01-17T17:28:38.290" v="3388" actId="47"/>
        <pc:sldMkLst>
          <pc:docMk/>
          <pc:sldMk cId="42313244" sldId="302"/>
        </pc:sldMkLst>
        <pc:spChg chg="mod">
          <ac:chgData name="FERAS ALOUDAT" userId="bd6ae013-b9ad-41b2-a034-15711ddeffef" providerId="ADAL" clId="{67003982-54EA-498E-B2A4-8D283FD9A717}" dt="2026-01-17T17:26:53.613" v="3373"/>
          <ac:spMkLst>
            <pc:docMk/>
            <pc:sldMk cId="42313244" sldId="302"/>
            <ac:spMk id="2" creationId="{1DC49475-A99A-4990-B69E-6567D0905309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8:00:54.106" v="3672" actId="20577"/>
        <pc:sldMkLst>
          <pc:docMk/>
          <pc:sldMk cId="3568242429" sldId="302"/>
        </pc:sldMkLst>
        <pc:spChg chg="mod">
          <ac:chgData name="FERAS ALOUDAT" userId="bd6ae013-b9ad-41b2-a034-15711ddeffef" providerId="ADAL" clId="{67003982-54EA-498E-B2A4-8D283FD9A717}" dt="2026-01-17T18:00:31.181" v="3646" actId="113"/>
          <ac:spMkLst>
            <pc:docMk/>
            <pc:sldMk cId="3568242429" sldId="302"/>
            <ac:spMk id="2" creationId="{5AF606E0-D181-C7CF-A56A-ABC201E4AC65}"/>
          </ac:spMkLst>
        </pc:spChg>
        <pc:spChg chg="del">
          <ac:chgData name="FERAS ALOUDAT" userId="bd6ae013-b9ad-41b2-a034-15711ddeffef" providerId="ADAL" clId="{67003982-54EA-498E-B2A4-8D283FD9A717}" dt="2026-01-17T18:00:36.975" v="3647"/>
          <ac:spMkLst>
            <pc:docMk/>
            <pc:sldMk cId="3568242429" sldId="302"/>
            <ac:spMk id="3" creationId="{51D08CA0-A373-F120-3AA1-967C3BF809EA}"/>
          </ac:spMkLst>
        </pc:spChg>
        <pc:spChg chg="add mod">
          <ac:chgData name="FERAS ALOUDAT" userId="bd6ae013-b9ad-41b2-a034-15711ddeffef" providerId="ADAL" clId="{67003982-54EA-498E-B2A4-8D283FD9A717}" dt="2026-01-17T18:00:54.106" v="3672" actId="20577"/>
          <ac:spMkLst>
            <pc:docMk/>
            <pc:sldMk cId="3568242429" sldId="302"/>
            <ac:spMk id="4" creationId="{C8CB9AE7-E057-A470-B91C-2F12F09E2DC8}"/>
          </ac:spMkLst>
        </pc:spChg>
        <pc:spChg chg="add">
          <ac:chgData name="FERAS ALOUDAT" userId="bd6ae013-b9ad-41b2-a034-15711ddeffef" providerId="ADAL" clId="{67003982-54EA-498E-B2A4-8D283FD9A717}" dt="2026-01-17T18:00:48.610" v="3651"/>
          <ac:spMkLst>
            <pc:docMk/>
            <pc:sldMk cId="3568242429" sldId="302"/>
            <ac:spMk id="5" creationId="{4F5581B4-CF54-E516-09CB-5876A77104E8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8:01:31.793" v="3680" actId="5793"/>
        <pc:sldMkLst>
          <pc:docMk/>
          <pc:sldMk cId="840205966" sldId="303"/>
        </pc:sldMkLst>
        <pc:spChg chg="mod">
          <ac:chgData name="FERAS ALOUDAT" userId="bd6ae013-b9ad-41b2-a034-15711ddeffef" providerId="ADAL" clId="{67003982-54EA-498E-B2A4-8D283FD9A717}" dt="2026-01-17T18:01:07.577" v="3673"/>
          <ac:spMkLst>
            <pc:docMk/>
            <pc:sldMk cId="840205966" sldId="303"/>
            <ac:spMk id="2" creationId="{19A6BCD7-0117-61D8-F878-553451874538}"/>
          </ac:spMkLst>
        </pc:spChg>
        <pc:spChg chg="del">
          <ac:chgData name="FERAS ALOUDAT" userId="bd6ae013-b9ad-41b2-a034-15711ddeffef" providerId="ADAL" clId="{67003982-54EA-498E-B2A4-8D283FD9A717}" dt="2026-01-17T18:01:17.092" v="3674"/>
          <ac:spMkLst>
            <pc:docMk/>
            <pc:sldMk cId="840205966" sldId="303"/>
            <ac:spMk id="3" creationId="{E708AFD3-0FAC-212A-4D79-047026F4F03A}"/>
          </ac:spMkLst>
        </pc:spChg>
        <pc:spChg chg="add mod">
          <ac:chgData name="FERAS ALOUDAT" userId="bd6ae013-b9ad-41b2-a034-15711ddeffef" providerId="ADAL" clId="{67003982-54EA-498E-B2A4-8D283FD9A717}" dt="2026-01-17T18:01:31.793" v="3680" actId="5793"/>
          <ac:spMkLst>
            <pc:docMk/>
            <pc:sldMk cId="840205966" sldId="303"/>
            <ac:spMk id="4" creationId="{E6D1B9E4-0698-A0D7-2FB6-C30E2B6EBEE0}"/>
          </ac:spMkLst>
        </pc:spChg>
      </pc:sldChg>
      <pc:sldChg chg="add del">
        <pc:chgData name="FERAS ALOUDAT" userId="bd6ae013-b9ad-41b2-a034-15711ddeffef" providerId="ADAL" clId="{67003982-54EA-498E-B2A4-8D283FD9A717}" dt="2026-01-17T17:28:38.566" v="3389" actId="47"/>
        <pc:sldMkLst>
          <pc:docMk/>
          <pc:sldMk cId="1471642820" sldId="303"/>
        </pc:sldMkLst>
      </pc:sldChg>
      <pc:sldChg chg="modSp add mod">
        <pc:chgData name="FERAS ALOUDAT" userId="bd6ae013-b9ad-41b2-a034-15711ddeffef" providerId="ADAL" clId="{67003982-54EA-498E-B2A4-8D283FD9A717}" dt="2026-01-17T18:09:28.270" v="3708" actId="20577"/>
        <pc:sldMkLst>
          <pc:docMk/>
          <pc:sldMk cId="1985522839" sldId="304"/>
        </pc:sldMkLst>
        <pc:spChg chg="mod">
          <ac:chgData name="FERAS ALOUDAT" userId="bd6ae013-b9ad-41b2-a034-15711ddeffef" providerId="ADAL" clId="{67003982-54EA-498E-B2A4-8D283FD9A717}" dt="2026-01-17T18:09:28.270" v="3708" actId="20577"/>
          <ac:spMkLst>
            <pc:docMk/>
            <pc:sldMk cId="1985522839" sldId="304"/>
            <ac:spMk id="2" creationId="{B2A68C15-5BE0-DA10-5EDE-4F3A4AE0B622}"/>
          </ac:spMkLst>
        </pc:spChg>
        <pc:spChg chg="mod">
          <ac:chgData name="FERAS ALOUDAT" userId="bd6ae013-b9ad-41b2-a034-15711ddeffef" providerId="ADAL" clId="{67003982-54EA-498E-B2A4-8D283FD9A717}" dt="2026-01-17T18:09:20.474" v="3693" actId="27636"/>
          <ac:spMkLst>
            <pc:docMk/>
            <pc:sldMk cId="1985522839" sldId="304"/>
            <ac:spMk id="3" creationId="{173E2D64-F28E-4DEC-6383-A3F5935EE8E9}"/>
          </ac:spMkLst>
        </pc:spChg>
      </pc:sldChg>
      <pc:sldChg chg="add del">
        <pc:chgData name="FERAS ALOUDAT" userId="bd6ae013-b9ad-41b2-a034-15711ddeffef" providerId="ADAL" clId="{67003982-54EA-498E-B2A4-8D283FD9A717}" dt="2026-01-17T17:28:39.459" v="3390" actId="47"/>
        <pc:sldMkLst>
          <pc:docMk/>
          <pc:sldMk cId="2988694319" sldId="304"/>
        </pc:sldMkLst>
      </pc:sldChg>
      <pc:sldChg chg="addSp delSp modSp add mod">
        <pc:chgData name="FERAS ALOUDAT" userId="bd6ae013-b9ad-41b2-a034-15711ddeffef" providerId="ADAL" clId="{67003982-54EA-498E-B2A4-8D283FD9A717}" dt="2026-01-17T18:11:19.076" v="3735" actId="1076"/>
        <pc:sldMkLst>
          <pc:docMk/>
          <pc:sldMk cId="557842102" sldId="305"/>
        </pc:sldMkLst>
        <pc:spChg chg="mod">
          <ac:chgData name="FERAS ALOUDAT" userId="bd6ae013-b9ad-41b2-a034-15711ddeffef" providerId="ADAL" clId="{67003982-54EA-498E-B2A4-8D283FD9A717}" dt="2026-01-17T18:09:39.596" v="3709"/>
          <ac:spMkLst>
            <pc:docMk/>
            <pc:sldMk cId="557842102" sldId="305"/>
            <ac:spMk id="2" creationId="{AEABF429-4819-28AB-D5E1-56160E77F93B}"/>
          </ac:spMkLst>
        </pc:spChg>
        <pc:spChg chg="del">
          <ac:chgData name="FERAS ALOUDAT" userId="bd6ae013-b9ad-41b2-a034-15711ddeffef" providerId="ADAL" clId="{67003982-54EA-498E-B2A4-8D283FD9A717}" dt="2026-01-17T18:09:48.455" v="3710"/>
          <ac:spMkLst>
            <pc:docMk/>
            <pc:sldMk cId="557842102" sldId="305"/>
            <ac:spMk id="3" creationId="{08E4A6D4-0E16-344C-F5CA-F490FC591F50}"/>
          </ac:spMkLst>
        </pc:spChg>
        <pc:spChg chg="add mod">
          <ac:chgData name="FERAS ALOUDAT" userId="bd6ae013-b9ad-41b2-a034-15711ddeffef" providerId="ADAL" clId="{67003982-54EA-498E-B2A4-8D283FD9A717}" dt="2026-01-17T18:10:14.706" v="3718" actId="14100"/>
          <ac:spMkLst>
            <pc:docMk/>
            <pc:sldMk cId="557842102" sldId="305"/>
            <ac:spMk id="4" creationId="{B1A416EB-C9A9-08B0-6365-1CD8E53853B2}"/>
          </ac:spMkLst>
        </pc:spChg>
        <pc:spChg chg="add">
          <ac:chgData name="FERAS ALOUDAT" userId="bd6ae013-b9ad-41b2-a034-15711ddeffef" providerId="ADAL" clId="{67003982-54EA-498E-B2A4-8D283FD9A717}" dt="2026-01-17T18:10:04.627" v="3717"/>
          <ac:spMkLst>
            <pc:docMk/>
            <pc:sldMk cId="557842102" sldId="305"/>
            <ac:spMk id="5" creationId="{EA552D9D-4982-999F-B045-C02222618DD5}"/>
          </ac:spMkLst>
        </pc:spChg>
        <pc:spChg chg="add mod">
          <ac:chgData name="FERAS ALOUDAT" userId="bd6ae013-b9ad-41b2-a034-15711ddeffef" providerId="ADAL" clId="{67003982-54EA-498E-B2A4-8D283FD9A717}" dt="2026-01-17T18:11:19.076" v="3735" actId="1076"/>
          <ac:spMkLst>
            <pc:docMk/>
            <pc:sldMk cId="557842102" sldId="305"/>
            <ac:spMk id="6" creationId="{08426E13-8D78-58BA-6BA0-95112B22E738}"/>
          </ac:spMkLst>
        </pc:spChg>
        <pc:spChg chg="add mod">
          <ac:chgData name="FERAS ALOUDAT" userId="bd6ae013-b9ad-41b2-a034-15711ddeffef" providerId="ADAL" clId="{67003982-54EA-498E-B2A4-8D283FD9A717}" dt="2026-01-17T18:10:37.959" v="3722" actId="1076"/>
          <ac:spMkLst>
            <pc:docMk/>
            <pc:sldMk cId="557842102" sldId="305"/>
            <ac:spMk id="7" creationId="{073037B2-14F5-F5A5-CE54-6CE27812AD57}"/>
          </ac:spMkLst>
        </pc:spChg>
      </pc:sldChg>
      <pc:sldChg chg="add del">
        <pc:chgData name="FERAS ALOUDAT" userId="bd6ae013-b9ad-41b2-a034-15711ddeffef" providerId="ADAL" clId="{67003982-54EA-498E-B2A4-8D283FD9A717}" dt="2026-01-17T17:28:39.750" v="3391" actId="47"/>
        <pc:sldMkLst>
          <pc:docMk/>
          <pc:sldMk cId="4229863875" sldId="305"/>
        </pc:sldMkLst>
      </pc:sldChg>
      <pc:sldChg chg="modSp add del mod">
        <pc:chgData name="FERAS ALOUDAT" userId="bd6ae013-b9ad-41b2-a034-15711ddeffef" providerId="ADAL" clId="{67003982-54EA-498E-B2A4-8D283FD9A717}" dt="2026-01-17T17:28:41.338" v="3392" actId="47"/>
        <pc:sldMkLst>
          <pc:docMk/>
          <pc:sldMk cId="3150187376" sldId="306"/>
        </pc:sldMkLst>
        <pc:spChg chg="mod">
          <ac:chgData name="FERAS ALOUDAT" userId="bd6ae013-b9ad-41b2-a034-15711ddeffef" providerId="ADAL" clId="{67003982-54EA-498E-B2A4-8D283FD9A717}" dt="2026-01-17T17:01:14.980" v="3182"/>
          <ac:spMkLst>
            <pc:docMk/>
            <pc:sldMk cId="3150187376" sldId="306"/>
            <ac:spMk id="2" creationId="{D0529548-4347-112D-DCFD-C7894EB276EF}"/>
          </ac:spMkLst>
        </pc:spChg>
        <pc:spChg chg="mod">
          <ac:chgData name="FERAS ALOUDAT" userId="bd6ae013-b9ad-41b2-a034-15711ddeffef" providerId="ADAL" clId="{67003982-54EA-498E-B2A4-8D283FD9A717}" dt="2026-01-17T17:01:31.368" v="3187" actId="20577"/>
          <ac:spMkLst>
            <pc:docMk/>
            <pc:sldMk cId="3150187376" sldId="306"/>
            <ac:spMk id="3" creationId="{6D6772A6-70C2-C06B-E6C1-A73FEC4E30E0}"/>
          </ac:spMkLst>
        </pc:spChg>
      </pc:sldChg>
      <pc:sldChg chg="modSp add mod">
        <pc:chgData name="FERAS ALOUDAT" userId="bd6ae013-b9ad-41b2-a034-15711ddeffef" providerId="ADAL" clId="{67003982-54EA-498E-B2A4-8D283FD9A717}" dt="2026-01-17T18:11:44.943" v="3743" actId="27636"/>
        <pc:sldMkLst>
          <pc:docMk/>
          <pc:sldMk cId="3496184101" sldId="306"/>
        </pc:sldMkLst>
        <pc:spChg chg="mod">
          <ac:chgData name="FERAS ALOUDAT" userId="bd6ae013-b9ad-41b2-a034-15711ddeffef" providerId="ADAL" clId="{67003982-54EA-498E-B2A4-8D283FD9A717}" dt="2026-01-17T18:11:28.991" v="3736"/>
          <ac:spMkLst>
            <pc:docMk/>
            <pc:sldMk cId="3496184101" sldId="306"/>
            <ac:spMk id="2" creationId="{3E7445C7-7A71-9CD6-1D8B-7DC6BC249A53}"/>
          </ac:spMkLst>
        </pc:spChg>
        <pc:spChg chg="mod">
          <ac:chgData name="FERAS ALOUDAT" userId="bd6ae013-b9ad-41b2-a034-15711ddeffef" providerId="ADAL" clId="{67003982-54EA-498E-B2A4-8D283FD9A717}" dt="2026-01-17T18:11:44.943" v="3743" actId="27636"/>
          <ac:spMkLst>
            <pc:docMk/>
            <pc:sldMk cId="3496184101" sldId="306"/>
            <ac:spMk id="3" creationId="{22E91271-3579-D98C-7F4E-A588E311EDA7}"/>
          </ac:spMkLst>
        </pc:spChg>
      </pc:sldChg>
      <pc:sldChg chg="modSp add del mod">
        <pc:chgData name="FERAS ALOUDAT" userId="bd6ae013-b9ad-41b2-a034-15711ddeffef" providerId="ADAL" clId="{67003982-54EA-498E-B2A4-8D283FD9A717}" dt="2026-01-17T17:28:42.746" v="3396" actId="47"/>
        <pc:sldMkLst>
          <pc:docMk/>
          <pc:sldMk cId="2111131389" sldId="307"/>
        </pc:sldMkLst>
        <pc:spChg chg="mod">
          <ac:chgData name="FERAS ALOUDAT" userId="bd6ae013-b9ad-41b2-a034-15711ddeffef" providerId="ADAL" clId="{67003982-54EA-498E-B2A4-8D283FD9A717}" dt="2026-01-17T17:06:04.185" v="3266" actId="27636"/>
          <ac:spMkLst>
            <pc:docMk/>
            <pc:sldMk cId="2111131389" sldId="307"/>
            <ac:spMk id="2" creationId="{52D4AC22-2327-BE74-F7F1-70897D92DE7C}"/>
          </ac:spMkLst>
        </pc:spChg>
        <pc:spChg chg="mod">
          <ac:chgData name="FERAS ALOUDAT" userId="bd6ae013-b9ad-41b2-a034-15711ddeffef" providerId="ADAL" clId="{67003982-54EA-498E-B2A4-8D283FD9A717}" dt="2026-01-17T17:06:35.048" v="3277" actId="20577"/>
          <ac:spMkLst>
            <pc:docMk/>
            <pc:sldMk cId="2111131389" sldId="307"/>
            <ac:spMk id="3" creationId="{237DDDC7-4759-F2AA-EB72-48AB02A4B14C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8:13:14.729" v="3767" actId="403"/>
        <pc:sldMkLst>
          <pc:docMk/>
          <pc:sldMk cId="3812701930" sldId="307"/>
        </pc:sldMkLst>
        <pc:spChg chg="mod">
          <ac:chgData name="FERAS ALOUDAT" userId="bd6ae013-b9ad-41b2-a034-15711ddeffef" providerId="ADAL" clId="{67003982-54EA-498E-B2A4-8D283FD9A717}" dt="2026-01-17T18:11:55.141" v="3744"/>
          <ac:spMkLst>
            <pc:docMk/>
            <pc:sldMk cId="3812701930" sldId="307"/>
            <ac:spMk id="2" creationId="{E8A21010-49D2-DC7A-F492-92C1C05AD9F8}"/>
          </ac:spMkLst>
        </pc:spChg>
        <pc:spChg chg="del">
          <ac:chgData name="FERAS ALOUDAT" userId="bd6ae013-b9ad-41b2-a034-15711ddeffef" providerId="ADAL" clId="{67003982-54EA-498E-B2A4-8D283FD9A717}" dt="2026-01-17T18:12:05.698" v="3745"/>
          <ac:spMkLst>
            <pc:docMk/>
            <pc:sldMk cId="3812701930" sldId="307"/>
            <ac:spMk id="3" creationId="{D316BF65-3B74-E86A-816C-1D708B821293}"/>
          </ac:spMkLst>
        </pc:spChg>
        <pc:spChg chg="add mod">
          <ac:chgData name="FERAS ALOUDAT" userId="bd6ae013-b9ad-41b2-a034-15711ddeffef" providerId="ADAL" clId="{67003982-54EA-498E-B2A4-8D283FD9A717}" dt="2026-01-17T18:13:14.729" v="3767" actId="403"/>
          <ac:spMkLst>
            <pc:docMk/>
            <pc:sldMk cId="3812701930" sldId="307"/>
            <ac:spMk id="4" creationId="{4F9F7E4D-EEB2-E42D-D742-8A4EB39DA890}"/>
          </ac:spMkLst>
        </pc:spChg>
        <pc:spChg chg="add">
          <ac:chgData name="FERAS ALOUDAT" userId="bd6ae013-b9ad-41b2-a034-15711ddeffef" providerId="ADAL" clId="{67003982-54EA-498E-B2A4-8D283FD9A717}" dt="2026-01-17T18:12:17.075" v="3750"/>
          <ac:spMkLst>
            <pc:docMk/>
            <pc:sldMk cId="3812701930" sldId="307"/>
            <ac:spMk id="5" creationId="{98D2432A-0017-8B7C-0DCE-74B0276E3214}"/>
          </ac:spMkLst>
        </pc:spChg>
        <pc:spChg chg="add mod">
          <ac:chgData name="FERAS ALOUDAT" userId="bd6ae013-b9ad-41b2-a034-15711ddeffef" providerId="ADAL" clId="{67003982-54EA-498E-B2A4-8D283FD9A717}" dt="2026-01-17T18:12:51.977" v="3757" actId="767"/>
          <ac:spMkLst>
            <pc:docMk/>
            <pc:sldMk cId="3812701930" sldId="307"/>
            <ac:spMk id="6" creationId="{9624BC1A-CCEA-7474-A89C-77BBBE78DC2C}"/>
          </ac:spMkLst>
        </pc:spChg>
        <pc:spChg chg="add">
          <ac:chgData name="FERAS ALOUDAT" userId="bd6ae013-b9ad-41b2-a034-15711ddeffef" providerId="ADAL" clId="{67003982-54EA-498E-B2A4-8D283FD9A717}" dt="2026-01-17T18:12:36.265" v="3754"/>
          <ac:spMkLst>
            <pc:docMk/>
            <pc:sldMk cId="3812701930" sldId="307"/>
            <ac:spMk id="7" creationId="{2BF7A1F4-C88A-19B5-85CD-DB7FAE40ED20}"/>
          </ac:spMkLst>
        </pc:spChg>
        <pc:spChg chg="add">
          <ac:chgData name="FERAS ALOUDAT" userId="bd6ae013-b9ad-41b2-a034-15711ddeffef" providerId="ADAL" clId="{67003982-54EA-498E-B2A4-8D283FD9A717}" dt="2026-01-17T18:12:46.414" v="3755"/>
          <ac:spMkLst>
            <pc:docMk/>
            <pc:sldMk cId="3812701930" sldId="307"/>
            <ac:spMk id="8" creationId="{EE11ED46-2466-BA72-E118-65ECEE64DA2E}"/>
          </ac:spMkLst>
        </pc:spChg>
      </pc:sldChg>
      <pc:sldChg chg="add del">
        <pc:chgData name="FERAS ALOUDAT" userId="bd6ae013-b9ad-41b2-a034-15711ddeffef" providerId="ADAL" clId="{67003982-54EA-498E-B2A4-8D283FD9A717}" dt="2026-01-17T17:28:42.874" v="3397" actId="47"/>
        <pc:sldMkLst>
          <pc:docMk/>
          <pc:sldMk cId="616821868" sldId="308"/>
        </pc:sldMkLst>
      </pc:sldChg>
      <pc:sldChg chg="modSp add">
        <pc:chgData name="FERAS ALOUDAT" userId="bd6ae013-b9ad-41b2-a034-15711ddeffef" providerId="ADAL" clId="{67003982-54EA-498E-B2A4-8D283FD9A717}" dt="2026-01-17T18:13:40.335" v="3769"/>
        <pc:sldMkLst>
          <pc:docMk/>
          <pc:sldMk cId="2712069390" sldId="308"/>
        </pc:sldMkLst>
        <pc:spChg chg="mod">
          <ac:chgData name="FERAS ALOUDAT" userId="bd6ae013-b9ad-41b2-a034-15711ddeffef" providerId="ADAL" clId="{67003982-54EA-498E-B2A4-8D283FD9A717}" dt="2026-01-17T18:13:29.829" v="3768"/>
          <ac:spMkLst>
            <pc:docMk/>
            <pc:sldMk cId="2712069390" sldId="308"/>
            <ac:spMk id="2" creationId="{2593EDC8-5F2C-4A15-81A9-61CB1E66951C}"/>
          </ac:spMkLst>
        </pc:spChg>
        <pc:spChg chg="mod">
          <ac:chgData name="FERAS ALOUDAT" userId="bd6ae013-b9ad-41b2-a034-15711ddeffef" providerId="ADAL" clId="{67003982-54EA-498E-B2A4-8D283FD9A717}" dt="2026-01-17T18:13:40.335" v="3769"/>
          <ac:spMkLst>
            <pc:docMk/>
            <pc:sldMk cId="2712069390" sldId="308"/>
            <ac:spMk id="3" creationId="{5C225D2F-4469-E921-809D-D615D54B1E1C}"/>
          </ac:spMkLst>
        </pc:spChg>
      </pc:sldChg>
      <pc:sldChg chg="add del">
        <pc:chgData name="FERAS ALOUDAT" userId="bd6ae013-b9ad-41b2-a034-15711ddeffef" providerId="ADAL" clId="{67003982-54EA-498E-B2A4-8D283FD9A717}" dt="2026-01-17T17:28:43.023" v="3398" actId="47"/>
        <pc:sldMkLst>
          <pc:docMk/>
          <pc:sldMk cId="1343719164" sldId="309"/>
        </pc:sldMkLst>
      </pc:sldChg>
      <pc:sldChg chg="modSp add mod">
        <pc:chgData name="FERAS ALOUDAT" userId="bd6ae013-b9ad-41b2-a034-15711ddeffef" providerId="ADAL" clId="{67003982-54EA-498E-B2A4-8D283FD9A717}" dt="2026-01-17T18:14:31.551" v="3801" actId="5793"/>
        <pc:sldMkLst>
          <pc:docMk/>
          <pc:sldMk cId="2395983412" sldId="309"/>
        </pc:sldMkLst>
        <pc:spChg chg="mod">
          <ac:chgData name="FERAS ALOUDAT" userId="bd6ae013-b9ad-41b2-a034-15711ddeffef" providerId="ADAL" clId="{67003982-54EA-498E-B2A4-8D283FD9A717}" dt="2026-01-17T18:13:52.266" v="3770"/>
          <ac:spMkLst>
            <pc:docMk/>
            <pc:sldMk cId="2395983412" sldId="309"/>
            <ac:spMk id="2" creationId="{2AB294A2-16B9-36B8-D457-3BF67AD1886C}"/>
          </ac:spMkLst>
        </pc:spChg>
        <pc:spChg chg="mod">
          <ac:chgData name="FERAS ALOUDAT" userId="bd6ae013-b9ad-41b2-a034-15711ddeffef" providerId="ADAL" clId="{67003982-54EA-498E-B2A4-8D283FD9A717}" dt="2026-01-17T18:14:31.551" v="3801" actId="5793"/>
          <ac:spMkLst>
            <pc:docMk/>
            <pc:sldMk cId="2395983412" sldId="309"/>
            <ac:spMk id="3" creationId="{78464EE4-5A85-1166-4567-3DE4FD388B6B}"/>
          </ac:spMkLst>
        </pc:spChg>
      </pc:sldChg>
      <pc:sldChg chg="add del">
        <pc:chgData name="FERAS ALOUDAT" userId="bd6ae013-b9ad-41b2-a034-15711ddeffef" providerId="ADAL" clId="{67003982-54EA-498E-B2A4-8D283FD9A717}" dt="2026-01-17T17:28:43.510" v="3399" actId="47"/>
        <pc:sldMkLst>
          <pc:docMk/>
          <pc:sldMk cId="301197914" sldId="310"/>
        </pc:sldMkLst>
      </pc:sldChg>
      <pc:sldChg chg="addSp delSp modSp add mod">
        <pc:chgData name="FERAS ALOUDAT" userId="bd6ae013-b9ad-41b2-a034-15711ddeffef" providerId="ADAL" clId="{67003982-54EA-498E-B2A4-8D283FD9A717}" dt="2026-01-17T18:15:56.744" v="3831" actId="20577"/>
        <pc:sldMkLst>
          <pc:docMk/>
          <pc:sldMk cId="1405622342" sldId="310"/>
        </pc:sldMkLst>
        <pc:spChg chg="mod">
          <ac:chgData name="FERAS ALOUDAT" userId="bd6ae013-b9ad-41b2-a034-15711ddeffef" providerId="ADAL" clId="{67003982-54EA-498E-B2A4-8D283FD9A717}" dt="2026-01-17T18:14:39.658" v="3802"/>
          <ac:spMkLst>
            <pc:docMk/>
            <pc:sldMk cId="1405622342" sldId="310"/>
            <ac:spMk id="2" creationId="{33BFEEC0-3441-DEE3-814D-CF8E7BC81032}"/>
          </ac:spMkLst>
        </pc:spChg>
        <pc:spChg chg="del mod">
          <ac:chgData name="FERAS ALOUDAT" userId="bd6ae013-b9ad-41b2-a034-15711ddeffef" providerId="ADAL" clId="{67003982-54EA-498E-B2A4-8D283FD9A717}" dt="2026-01-17T18:15:38.078" v="3822"/>
          <ac:spMkLst>
            <pc:docMk/>
            <pc:sldMk cId="1405622342" sldId="310"/>
            <ac:spMk id="3" creationId="{ED5BC3AD-06DF-231F-270F-F86055E748FA}"/>
          </ac:spMkLst>
        </pc:spChg>
        <pc:spChg chg="add mod">
          <ac:chgData name="FERAS ALOUDAT" userId="bd6ae013-b9ad-41b2-a034-15711ddeffef" providerId="ADAL" clId="{67003982-54EA-498E-B2A4-8D283FD9A717}" dt="2026-01-17T18:15:56.744" v="3831" actId="20577"/>
          <ac:spMkLst>
            <pc:docMk/>
            <pc:sldMk cId="1405622342" sldId="310"/>
            <ac:spMk id="4" creationId="{4B89CDE9-36BE-EE0C-C9D2-B7175C18831D}"/>
          </ac:spMkLst>
        </pc:spChg>
      </pc:sldChg>
      <pc:sldChg chg="add del">
        <pc:chgData name="FERAS ALOUDAT" userId="bd6ae013-b9ad-41b2-a034-15711ddeffef" providerId="ADAL" clId="{67003982-54EA-498E-B2A4-8D283FD9A717}" dt="2026-01-17T17:28:43.650" v="3400" actId="47"/>
        <pc:sldMkLst>
          <pc:docMk/>
          <pc:sldMk cId="2737891536" sldId="311"/>
        </pc:sldMkLst>
      </pc:sldChg>
      <pc:sldChg chg="addSp delSp modSp add mod">
        <pc:chgData name="FERAS ALOUDAT" userId="bd6ae013-b9ad-41b2-a034-15711ddeffef" providerId="ADAL" clId="{67003982-54EA-498E-B2A4-8D283FD9A717}" dt="2026-01-17T18:16:20.881" v="3843" actId="113"/>
        <pc:sldMkLst>
          <pc:docMk/>
          <pc:sldMk cId="2897141766" sldId="311"/>
        </pc:sldMkLst>
        <pc:spChg chg="mod">
          <ac:chgData name="FERAS ALOUDAT" userId="bd6ae013-b9ad-41b2-a034-15711ddeffef" providerId="ADAL" clId="{67003982-54EA-498E-B2A4-8D283FD9A717}" dt="2026-01-17T18:16:06.779" v="3837" actId="5793"/>
          <ac:spMkLst>
            <pc:docMk/>
            <pc:sldMk cId="2897141766" sldId="311"/>
            <ac:spMk id="2" creationId="{0A22BF1A-EE30-AC71-A0E6-2BA4E762FCED}"/>
          </ac:spMkLst>
        </pc:spChg>
        <pc:spChg chg="del">
          <ac:chgData name="FERAS ALOUDAT" userId="bd6ae013-b9ad-41b2-a034-15711ddeffef" providerId="ADAL" clId="{67003982-54EA-498E-B2A4-8D283FD9A717}" dt="2026-01-17T18:16:08.549" v="3838"/>
          <ac:spMkLst>
            <pc:docMk/>
            <pc:sldMk cId="2897141766" sldId="311"/>
            <ac:spMk id="3" creationId="{CD6712F0-C44C-3B27-92E2-6B777364C5B1}"/>
          </ac:spMkLst>
        </pc:spChg>
        <pc:spChg chg="add mod">
          <ac:chgData name="FERAS ALOUDAT" userId="bd6ae013-b9ad-41b2-a034-15711ddeffef" providerId="ADAL" clId="{67003982-54EA-498E-B2A4-8D283FD9A717}" dt="2026-01-17T18:16:20.881" v="3843" actId="113"/>
          <ac:spMkLst>
            <pc:docMk/>
            <pc:sldMk cId="2897141766" sldId="311"/>
            <ac:spMk id="4" creationId="{9CCF063E-F30A-CDBD-D24C-A2A8CEF6E371}"/>
          </ac:spMkLst>
        </pc:spChg>
      </pc:sldChg>
      <pc:sldChg chg="add del">
        <pc:chgData name="FERAS ALOUDAT" userId="bd6ae013-b9ad-41b2-a034-15711ddeffef" providerId="ADAL" clId="{67003982-54EA-498E-B2A4-8D283FD9A717}" dt="2026-01-17T18:24:59.932" v="3906" actId="47"/>
        <pc:sldMkLst>
          <pc:docMk/>
          <pc:sldMk cId="417194458" sldId="312"/>
        </pc:sldMkLst>
      </pc:sldChg>
      <pc:sldChg chg="add del">
        <pc:chgData name="FERAS ALOUDAT" userId="bd6ae013-b9ad-41b2-a034-15711ddeffef" providerId="ADAL" clId="{67003982-54EA-498E-B2A4-8D283FD9A717}" dt="2026-01-17T17:28:43.775" v="3401" actId="47"/>
        <pc:sldMkLst>
          <pc:docMk/>
          <pc:sldMk cId="1133733841" sldId="312"/>
        </pc:sldMkLst>
      </pc:sldChg>
      <pc:sldChg chg="addSp delSp modSp add mod">
        <pc:chgData name="FERAS ALOUDAT" userId="bd6ae013-b9ad-41b2-a034-15711ddeffef" providerId="ADAL" clId="{67003982-54EA-498E-B2A4-8D283FD9A717}" dt="2026-01-17T18:17:03.949" v="3852" actId="20577"/>
        <pc:sldMkLst>
          <pc:docMk/>
          <pc:sldMk cId="337010286" sldId="313"/>
        </pc:sldMkLst>
        <pc:spChg chg="mod">
          <ac:chgData name="FERAS ALOUDAT" userId="bd6ae013-b9ad-41b2-a034-15711ddeffef" providerId="ADAL" clId="{67003982-54EA-498E-B2A4-8D283FD9A717}" dt="2026-01-17T18:16:34.967" v="3844"/>
          <ac:spMkLst>
            <pc:docMk/>
            <pc:sldMk cId="337010286" sldId="313"/>
            <ac:spMk id="2" creationId="{AFC2D0B9-852C-BDB9-F1C8-B827B952201B}"/>
          </ac:spMkLst>
        </pc:spChg>
        <pc:spChg chg="del">
          <ac:chgData name="FERAS ALOUDAT" userId="bd6ae013-b9ad-41b2-a034-15711ddeffef" providerId="ADAL" clId="{67003982-54EA-498E-B2A4-8D283FD9A717}" dt="2026-01-17T18:16:45.498" v="3845"/>
          <ac:spMkLst>
            <pc:docMk/>
            <pc:sldMk cId="337010286" sldId="313"/>
            <ac:spMk id="3" creationId="{764E7516-A80F-741F-A565-5F1902FDEFD0}"/>
          </ac:spMkLst>
        </pc:spChg>
        <pc:spChg chg="add mod">
          <ac:chgData name="FERAS ALOUDAT" userId="bd6ae013-b9ad-41b2-a034-15711ddeffef" providerId="ADAL" clId="{67003982-54EA-498E-B2A4-8D283FD9A717}" dt="2026-01-17T18:17:03.949" v="3852" actId="20577"/>
          <ac:spMkLst>
            <pc:docMk/>
            <pc:sldMk cId="337010286" sldId="313"/>
            <ac:spMk id="4" creationId="{CDE1C9E3-5E27-3616-6D0F-BB490CB43E3B}"/>
          </ac:spMkLst>
        </pc:spChg>
      </pc:sldChg>
      <pc:sldChg chg="add del">
        <pc:chgData name="FERAS ALOUDAT" userId="bd6ae013-b9ad-41b2-a034-15711ddeffef" providerId="ADAL" clId="{67003982-54EA-498E-B2A4-8D283FD9A717}" dt="2026-01-17T17:28:43.925" v="3402" actId="47"/>
        <pc:sldMkLst>
          <pc:docMk/>
          <pc:sldMk cId="1310281839" sldId="313"/>
        </pc:sldMkLst>
      </pc:sldChg>
      <pc:sldChg chg="addSp delSp modSp add mod">
        <pc:chgData name="FERAS ALOUDAT" userId="bd6ae013-b9ad-41b2-a034-15711ddeffef" providerId="ADAL" clId="{67003982-54EA-498E-B2A4-8D283FD9A717}" dt="2026-01-17T18:23:52.169" v="3884" actId="20577"/>
        <pc:sldMkLst>
          <pc:docMk/>
          <pc:sldMk cId="815469195" sldId="314"/>
        </pc:sldMkLst>
        <pc:spChg chg="mod">
          <ac:chgData name="FERAS ALOUDAT" userId="bd6ae013-b9ad-41b2-a034-15711ddeffef" providerId="ADAL" clId="{67003982-54EA-498E-B2A4-8D283FD9A717}" dt="2026-01-17T18:23:21.386" v="3872" actId="20577"/>
          <ac:spMkLst>
            <pc:docMk/>
            <pc:sldMk cId="815469195" sldId="314"/>
            <ac:spMk id="2" creationId="{FDFA5B98-AA4B-5CD1-CFE1-D28486D92E16}"/>
          </ac:spMkLst>
        </pc:spChg>
        <pc:spChg chg="del">
          <ac:chgData name="FERAS ALOUDAT" userId="bd6ae013-b9ad-41b2-a034-15711ddeffef" providerId="ADAL" clId="{67003982-54EA-498E-B2A4-8D283FD9A717}" dt="2026-01-17T18:23:27.054" v="3873"/>
          <ac:spMkLst>
            <pc:docMk/>
            <pc:sldMk cId="815469195" sldId="314"/>
            <ac:spMk id="3" creationId="{BC8E565E-F01C-1D17-0ED6-B86F5936F989}"/>
          </ac:spMkLst>
        </pc:spChg>
        <pc:spChg chg="add mod">
          <ac:chgData name="FERAS ALOUDAT" userId="bd6ae013-b9ad-41b2-a034-15711ddeffef" providerId="ADAL" clId="{67003982-54EA-498E-B2A4-8D283FD9A717}" dt="2026-01-17T18:23:52.169" v="3884" actId="20577"/>
          <ac:spMkLst>
            <pc:docMk/>
            <pc:sldMk cId="815469195" sldId="314"/>
            <ac:spMk id="4" creationId="{F5F13C16-14C2-31BF-F981-C88EED0F7BC8}"/>
          </ac:spMkLst>
        </pc:spChg>
      </pc:sldChg>
      <pc:sldChg chg="add del">
        <pc:chgData name="FERAS ALOUDAT" userId="bd6ae013-b9ad-41b2-a034-15711ddeffef" providerId="ADAL" clId="{67003982-54EA-498E-B2A4-8D283FD9A717}" dt="2026-01-17T17:28:44.141" v="3403" actId="47"/>
        <pc:sldMkLst>
          <pc:docMk/>
          <pc:sldMk cId="941187071" sldId="314"/>
        </pc:sldMkLst>
      </pc:sldChg>
      <pc:sldChg chg="modSp new mod">
        <pc:chgData name="FERAS ALOUDAT" userId="bd6ae013-b9ad-41b2-a034-15711ddeffef" providerId="ADAL" clId="{67003982-54EA-498E-B2A4-8D283FD9A717}" dt="2026-01-17T18:23:03.113" v="3869" actId="20577"/>
        <pc:sldMkLst>
          <pc:docMk/>
          <pc:sldMk cId="517577410" sldId="315"/>
        </pc:sldMkLst>
        <pc:spChg chg="mod">
          <ac:chgData name="FERAS ALOUDAT" userId="bd6ae013-b9ad-41b2-a034-15711ddeffef" providerId="ADAL" clId="{67003982-54EA-498E-B2A4-8D283FD9A717}" dt="2026-01-17T18:23:03.113" v="3869" actId="20577"/>
          <ac:spMkLst>
            <pc:docMk/>
            <pc:sldMk cId="517577410" sldId="315"/>
            <ac:spMk id="2" creationId="{75C65117-686E-B423-A3EA-02D37F024E5C}"/>
          </ac:spMkLst>
        </pc:spChg>
      </pc:sldChg>
      <pc:sldChg chg="add del">
        <pc:chgData name="FERAS ALOUDAT" userId="bd6ae013-b9ad-41b2-a034-15711ddeffef" providerId="ADAL" clId="{67003982-54EA-498E-B2A4-8D283FD9A717}" dt="2026-01-17T17:28:44.295" v="3404" actId="47"/>
        <pc:sldMkLst>
          <pc:docMk/>
          <pc:sldMk cId="3109949431" sldId="315"/>
        </pc:sldMkLst>
      </pc:sldChg>
      <pc:sldChg chg="modSp new mod ord">
        <pc:chgData name="FERAS ALOUDAT" userId="bd6ae013-b9ad-41b2-a034-15711ddeffef" providerId="ADAL" clId="{67003982-54EA-498E-B2A4-8D283FD9A717}" dt="2026-01-17T18:25:34.407" v="3913" actId="27636"/>
        <pc:sldMkLst>
          <pc:docMk/>
          <pc:sldMk cId="648006696" sldId="316"/>
        </pc:sldMkLst>
        <pc:spChg chg="mod">
          <ac:chgData name="FERAS ALOUDAT" userId="bd6ae013-b9ad-41b2-a034-15711ddeffef" providerId="ADAL" clId="{67003982-54EA-498E-B2A4-8D283FD9A717}" dt="2026-01-17T18:25:14.961" v="3907"/>
          <ac:spMkLst>
            <pc:docMk/>
            <pc:sldMk cId="648006696" sldId="316"/>
            <ac:spMk id="2" creationId="{FC599D7D-AA67-0907-5AC9-CF6AF70E6CA1}"/>
          </ac:spMkLst>
        </pc:spChg>
        <pc:spChg chg="mod">
          <ac:chgData name="FERAS ALOUDAT" userId="bd6ae013-b9ad-41b2-a034-15711ddeffef" providerId="ADAL" clId="{67003982-54EA-498E-B2A4-8D283FD9A717}" dt="2026-01-17T18:25:34.407" v="3913" actId="27636"/>
          <ac:spMkLst>
            <pc:docMk/>
            <pc:sldMk cId="648006696" sldId="316"/>
            <ac:spMk id="3" creationId="{5843FF26-763C-1F55-CC3D-03CF3DB6102B}"/>
          </ac:spMkLst>
        </pc:spChg>
      </pc:sldChg>
      <pc:sldChg chg="add del">
        <pc:chgData name="FERAS ALOUDAT" userId="bd6ae013-b9ad-41b2-a034-15711ddeffef" providerId="ADAL" clId="{67003982-54EA-498E-B2A4-8D283FD9A717}" dt="2026-01-17T17:28:44.445" v="3405" actId="47"/>
        <pc:sldMkLst>
          <pc:docMk/>
          <pc:sldMk cId="2451605769" sldId="316"/>
        </pc:sldMkLst>
      </pc:sldChg>
      <pc:sldChg chg="modSp add mod">
        <pc:chgData name="FERAS ALOUDAT" userId="bd6ae013-b9ad-41b2-a034-15711ddeffef" providerId="ADAL" clId="{67003982-54EA-498E-B2A4-8D283FD9A717}" dt="2026-01-17T18:26:05.499" v="3919" actId="113"/>
        <pc:sldMkLst>
          <pc:docMk/>
          <pc:sldMk cId="2612556632" sldId="317"/>
        </pc:sldMkLst>
        <pc:spChg chg="mod">
          <ac:chgData name="FERAS ALOUDAT" userId="bd6ae013-b9ad-41b2-a034-15711ddeffef" providerId="ADAL" clId="{67003982-54EA-498E-B2A4-8D283FD9A717}" dt="2026-01-17T18:25:49.513" v="3914"/>
          <ac:spMkLst>
            <pc:docMk/>
            <pc:sldMk cId="2612556632" sldId="317"/>
            <ac:spMk id="2" creationId="{4E941495-52E8-FBBC-08CD-94F88F6B318C}"/>
          </ac:spMkLst>
        </pc:spChg>
        <pc:spChg chg="mod">
          <ac:chgData name="FERAS ALOUDAT" userId="bd6ae013-b9ad-41b2-a034-15711ddeffef" providerId="ADAL" clId="{67003982-54EA-498E-B2A4-8D283FD9A717}" dt="2026-01-17T18:26:05.499" v="3919" actId="113"/>
          <ac:spMkLst>
            <pc:docMk/>
            <pc:sldMk cId="2612556632" sldId="317"/>
            <ac:spMk id="3" creationId="{3FE81891-B3FD-B0F2-9A56-A4F7E215B8A9}"/>
          </ac:spMkLst>
        </pc:spChg>
      </pc:sldChg>
      <pc:sldChg chg="add del">
        <pc:chgData name="FERAS ALOUDAT" userId="bd6ae013-b9ad-41b2-a034-15711ddeffef" providerId="ADAL" clId="{67003982-54EA-498E-B2A4-8D283FD9A717}" dt="2026-01-17T17:28:44.644" v="3406" actId="47"/>
        <pc:sldMkLst>
          <pc:docMk/>
          <pc:sldMk cId="3248674135" sldId="317"/>
        </pc:sldMkLst>
      </pc:sldChg>
      <pc:sldChg chg="modSp add mod">
        <pc:chgData name="FERAS ALOUDAT" userId="bd6ae013-b9ad-41b2-a034-15711ddeffef" providerId="ADAL" clId="{67003982-54EA-498E-B2A4-8D283FD9A717}" dt="2026-01-17T18:26:39.237" v="3925" actId="113"/>
        <pc:sldMkLst>
          <pc:docMk/>
          <pc:sldMk cId="519847444" sldId="318"/>
        </pc:sldMkLst>
        <pc:spChg chg="mod">
          <ac:chgData name="FERAS ALOUDAT" userId="bd6ae013-b9ad-41b2-a034-15711ddeffef" providerId="ADAL" clId="{67003982-54EA-498E-B2A4-8D283FD9A717}" dt="2026-01-17T18:26:13.331" v="3920"/>
          <ac:spMkLst>
            <pc:docMk/>
            <pc:sldMk cId="519847444" sldId="318"/>
            <ac:spMk id="2" creationId="{DE36E920-16EE-611E-2847-068BF20F4D0C}"/>
          </ac:spMkLst>
        </pc:spChg>
        <pc:spChg chg="mod">
          <ac:chgData name="FERAS ALOUDAT" userId="bd6ae013-b9ad-41b2-a034-15711ddeffef" providerId="ADAL" clId="{67003982-54EA-498E-B2A4-8D283FD9A717}" dt="2026-01-17T18:26:39.237" v="3925" actId="113"/>
          <ac:spMkLst>
            <pc:docMk/>
            <pc:sldMk cId="519847444" sldId="318"/>
            <ac:spMk id="3" creationId="{B87D1643-B32B-ADB7-A5EA-5A1C1B9DFC53}"/>
          </ac:spMkLst>
        </pc:spChg>
      </pc:sldChg>
      <pc:sldChg chg="add del">
        <pc:chgData name="FERAS ALOUDAT" userId="bd6ae013-b9ad-41b2-a034-15711ddeffef" providerId="ADAL" clId="{67003982-54EA-498E-B2A4-8D283FD9A717}" dt="2026-01-17T17:28:44.863" v="3407" actId="47"/>
        <pc:sldMkLst>
          <pc:docMk/>
          <pc:sldMk cId="3762782565" sldId="318"/>
        </pc:sldMkLst>
      </pc:sldChg>
      <pc:sldChg chg="modSp add mod">
        <pc:chgData name="FERAS ALOUDAT" userId="bd6ae013-b9ad-41b2-a034-15711ddeffef" providerId="ADAL" clId="{67003982-54EA-498E-B2A4-8D283FD9A717}" dt="2026-01-17T18:27:00.729" v="3929" actId="113"/>
        <pc:sldMkLst>
          <pc:docMk/>
          <pc:sldMk cId="1810778743" sldId="319"/>
        </pc:sldMkLst>
        <pc:spChg chg="mod">
          <ac:chgData name="FERAS ALOUDAT" userId="bd6ae013-b9ad-41b2-a034-15711ddeffef" providerId="ADAL" clId="{67003982-54EA-498E-B2A4-8D283FD9A717}" dt="2026-01-17T18:26:49.451" v="3926"/>
          <ac:spMkLst>
            <pc:docMk/>
            <pc:sldMk cId="1810778743" sldId="319"/>
            <ac:spMk id="2" creationId="{9F8E6C95-5344-FC40-AABE-A60A1DCB4F4E}"/>
          </ac:spMkLst>
        </pc:spChg>
        <pc:spChg chg="mod">
          <ac:chgData name="FERAS ALOUDAT" userId="bd6ae013-b9ad-41b2-a034-15711ddeffef" providerId="ADAL" clId="{67003982-54EA-498E-B2A4-8D283FD9A717}" dt="2026-01-17T18:27:00.729" v="3929" actId="113"/>
          <ac:spMkLst>
            <pc:docMk/>
            <pc:sldMk cId="1810778743" sldId="319"/>
            <ac:spMk id="3" creationId="{FEFA8C1C-B21F-E1C6-0CC2-0EAD99925186}"/>
          </ac:spMkLst>
        </pc:spChg>
      </pc:sldChg>
      <pc:sldChg chg="add del">
        <pc:chgData name="FERAS ALOUDAT" userId="bd6ae013-b9ad-41b2-a034-15711ddeffef" providerId="ADAL" clId="{67003982-54EA-498E-B2A4-8D283FD9A717}" dt="2026-01-17T17:28:45.064" v="3408" actId="47"/>
        <pc:sldMkLst>
          <pc:docMk/>
          <pc:sldMk cId="3450779805" sldId="319"/>
        </pc:sldMkLst>
      </pc:sldChg>
      <pc:sldChg chg="add del">
        <pc:chgData name="FERAS ALOUDAT" userId="bd6ae013-b9ad-41b2-a034-15711ddeffef" providerId="ADAL" clId="{67003982-54EA-498E-B2A4-8D283FD9A717}" dt="2026-01-17T17:28:45.252" v="3409" actId="47"/>
        <pc:sldMkLst>
          <pc:docMk/>
          <pc:sldMk cId="3004721776" sldId="320"/>
        </pc:sldMkLst>
      </pc:sldChg>
      <pc:sldChg chg="modSp add mod">
        <pc:chgData name="FERAS ALOUDAT" userId="bd6ae013-b9ad-41b2-a034-15711ddeffef" providerId="ADAL" clId="{67003982-54EA-498E-B2A4-8D283FD9A717}" dt="2026-01-17T18:27:23.121" v="3933" actId="113"/>
        <pc:sldMkLst>
          <pc:docMk/>
          <pc:sldMk cId="3309525603" sldId="320"/>
        </pc:sldMkLst>
        <pc:spChg chg="mod">
          <ac:chgData name="FERAS ALOUDAT" userId="bd6ae013-b9ad-41b2-a034-15711ddeffef" providerId="ADAL" clId="{67003982-54EA-498E-B2A4-8D283FD9A717}" dt="2026-01-17T18:27:12.882" v="3930"/>
          <ac:spMkLst>
            <pc:docMk/>
            <pc:sldMk cId="3309525603" sldId="320"/>
            <ac:spMk id="2" creationId="{D0D8EF26-EEC2-3896-2111-13D741E9ACDF}"/>
          </ac:spMkLst>
        </pc:spChg>
        <pc:spChg chg="mod">
          <ac:chgData name="FERAS ALOUDAT" userId="bd6ae013-b9ad-41b2-a034-15711ddeffef" providerId="ADAL" clId="{67003982-54EA-498E-B2A4-8D283FD9A717}" dt="2026-01-17T18:27:23.121" v="3933" actId="113"/>
          <ac:spMkLst>
            <pc:docMk/>
            <pc:sldMk cId="3309525603" sldId="320"/>
            <ac:spMk id="3" creationId="{BB302E12-4CBF-FEFF-4F92-62F0C4AD63E4}"/>
          </ac:spMkLst>
        </pc:spChg>
      </pc:sldChg>
      <pc:sldChg chg="addSp delSp modSp add mod">
        <pc:chgData name="FERAS ALOUDAT" userId="bd6ae013-b9ad-41b2-a034-15711ddeffef" providerId="ADAL" clId="{67003982-54EA-498E-B2A4-8D283FD9A717}" dt="2026-01-17T18:27:50.736" v="3940" actId="1076"/>
        <pc:sldMkLst>
          <pc:docMk/>
          <pc:sldMk cId="2231378055" sldId="321"/>
        </pc:sldMkLst>
        <pc:spChg chg="mod">
          <ac:chgData name="FERAS ALOUDAT" userId="bd6ae013-b9ad-41b2-a034-15711ddeffef" providerId="ADAL" clId="{67003982-54EA-498E-B2A4-8D283FD9A717}" dt="2026-01-17T18:27:33.553" v="3934"/>
          <ac:spMkLst>
            <pc:docMk/>
            <pc:sldMk cId="2231378055" sldId="321"/>
            <ac:spMk id="2" creationId="{9F35F759-2438-F67C-E037-A38C84D4DB5B}"/>
          </ac:spMkLst>
        </pc:spChg>
        <pc:spChg chg="del">
          <ac:chgData name="FERAS ALOUDAT" userId="bd6ae013-b9ad-41b2-a034-15711ddeffef" providerId="ADAL" clId="{67003982-54EA-498E-B2A4-8D283FD9A717}" dt="2026-01-17T18:27:37.307" v="3935"/>
          <ac:spMkLst>
            <pc:docMk/>
            <pc:sldMk cId="2231378055" sldId="321"/>
            <ac:spMk id="3" creationId="{2EF663A8-6976-C1BE-2CD6-97F16F936080}"/>
          </ac:spMkLst>
        </pc:spChg>
        <pc:graphicFrameChg chg="add mod modGraphic">
          <ac:chgData name="FERAS ALOUDAT" userId="bd6ae013-b9ad-41b2-a034-15711ddeffef" providerId="ADAL" clId="{67003982-54EA-498E-B2A4-8D283FD9A717}" dt="2026-01-17T18:27:50.736" v="3940" actId="1076"/>
          <ac:graphicFrameMkLst>
            <pc:docMk/>
            <pc:sldMk cId="2231378055" sldId="321"/>
            <ac:graphicFrameMk id="4" creationId="{28F0D46B-49A5-90F9-FA36-97C618A8E7C6}"/>
          </ac:graphicFrameMkLst>
        </pc:graphicFrameChg>
      </pc:sldChg>
      <pc:sldChg chg="add del">
        <pc:chgData name="FERAS ALOUDAT" userId="bd6ae013-b9ad-41b2-a034-15711ddeffef" providerId="ADAL" clId="{67003982-54EA-498E-B2A4-8D283FD9A717}" dt="2026-01-17T17:28:45.443" v="3410" actId="47"/>
        <pc:sldMkLst>
          <pc:docMk/>
          <pc:sldMk cId="2385096051" sldId="321"/>
        </pc:sldMkLst>
      </pc:sldChg>
      <pc:sldChg chg="addSp delSp modSp add mod">
        <pc:chgData name="FERAS ALOUDAT" userId="bd6ae013-b9ad-41b2-a034-15711ddeffef" providerId="ADAL" clId="{67003982-54EA-498E-B2A4-8D283FD9A717}" dt="2026-01-17T18:28:32.605" v="3952" actId="403"/>
        <pc:sldMkLst>
          <pc:docMk/>
          <pc:sldMk cId="602658808" sldId="322"/>
        </pc:sldMkLst>
        <pc:spChg chg="mod">
          <ac:chgData name="FERAS ALOUDAT" userId="bd6ae013-b9ad-41b2-a034-15711ddeffef" providerId="ADAL" clId="{67003982-54EA-498E-B2A4-8D283FD9A717}" dt="2026-01-17T18:28:05.401" v="3941"/>
          <ac:spMkLst>
            <pc:docMk/>
            <pc:sldMk cId="602658808" sldId="322"/>
            <ac:spMk id="2" creationId="{C41538C9-C1AA-A14B-5C04-C2D26DDCE343}"/>
          </ac:spMkLst>
        </pc:spChg>
        <pc:spChg chg="del">
          <ac:chgData name="FERAS ALOUDAT" userId="bd6ae013-b9ad-41b2-a034-15711ddeffef" providerId="ADAL" clId="{67003982-54EA-498E-B2A4-8D283FD9A717}" dt="2026-01-17T18:28:11.192" v="3942"/>
          <ac:spMkLst>
            <pc:docMk/>
            <pc:sldMk cId="602658808" sldId="322"/>
            <ac:spMk id="3" creationId="{1A1550B8-011A-8ADD-C0D8-D2BFFB84DEB5}"/>
          </ac:spMkLst>
        </pc:spChg>
        <pc:spChg chg="add mod">
          <ac:chgData name="FERAS ALOUDAT" userId="bd6ae013-b9ad-41b2-a034-15711ddeffef" providerId="ADAL" clId="{67003982-54EA-498E-B2A4-8D283FD9A717}" dt="2026-01-17T18:28:32.605" v="3952" actId="403"/>
          <ac:spMkLst>
            <pc:docMk/>
            <pc:sldMk cId="602658808" sldId="322"/>
            <ac:spMk id="4" creationId="{4BB78681-563D-E782-3F86-06071988B651}"/>
          </ac:spMkLst>
        </pc:spChg>
      </pc:sldChg>
      <pc:sldChg chg="add del">
        <pc:chgData name="FERAS ALOUDAT" userId="bd6ae013-b9ad-41b2-a034-15711ddeffef" providerId="ADAL" clId="{67003982-54EA-498E-B2A4-8D283FD9A717}" dt="2026-01-17T17:28:45.618" v="3411" actId="47"/>
        <pc:sldMkLst>
          <pc:docMk/>
          <pc:sldMk cId="1191771991" sldId="322"/>
        </pc:sldMkLst>
      </pc:sldChg>
      <pc:sldChg chg="modSp add mod">
        <pc:chgData name="FERAS ALOUDAT" userId="bd6ae013-b9ad-41b2-a034-15711ddeffef" providerId="ADAL" clId="{67003982-54EA-498E-B2A4-8D283FD9A717}" dt="2026-01-17T18:28:56.555" v="3957" actId="20577"/>
        <pc:sldMkLst>
          <pc:docMk/>
          <pc:sldMk cId="645875196" sldId="323"/>
        </pc:sldMkLst>
        <pc:spChg chg="mod">
          <ac:chgData name="FERAS ALOUDAT" userId="bd6ae013-b9ad-41b2-a034-15711ddeffef" providerId="ADAL" clId="{67003982-54EA-498E-B2A4-8D283FD9A717}" dt="2026-01-17T18:28:53.347" v="3956"/>
          <ac:spMkLst>
            <pc:docMk/>
            <pc:sldMk cId="645875196" sldId="323"/>
            <ac:spMk id="2" creationId="{EB3BAF99-7F6D-250D-F0A3-BA9689E26675}"/>
          </ac:spMkLst>
        </pc:spChg>
        <pc:spChg chg="mod">
          <ac:chgData name="FERAS ALOUDAT" userId="bd6ae013-b9ad-41b2-a034-15711ddeffef" providerId="ADAL" clId="{67003982-54EA-498E-B2A4-8D283FD9A717}" dt="2026-01-17T18:28:56.555" v="3957" actId="20577"/>
          <ac:spMkLst>
            <pc:docMk/>
            <pc:sldMk cId="645875196" sldId="323"/>
            <ac:spMk id="3" creationId="{2553ED99-7AE5-AF7E-8091-E48050AEA2A4}"/>
          </ac:spMkLst>
        </pc:spChg>
      </pc:sldChg>
      <pc:sldChg chg="add del">
        <pc:chgData name="FERAS ALOUDAT" userId="bd6ae013-b9ad-41b2-a034-15711ddeffef" providerId="ADAL" clId="{67003982-54EA-498E-B2A4-8D283FD9A717}" dt="2026-01-17T18:30:56.360" v="3958" actId="47"/>
        <pc:sldMkLst>
          <pc:docMk/>
          <pc:sldMk cId="3508386589" sldId="32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A8E3-9220-C413-A82F-284E23A97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29D16-6FA8-A209-7B94-0DE247218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F7EC0-3D63-1DE2-EED5-D38D2529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C6341-DC46-4362-30F0-B4833A97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3BF5B-A890-69B0-8600-9A11A358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7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808F-AEAF-771D-418D-45493D19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5D199-5FD8-20BE-3D57-6BBECACE0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8E2DE-DE0C-8457-DAB8-58BDAD96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97EA1-1C50-7167-B94D-587177B6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E68CF-D676-CFBA-5756-5151F39B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6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C87B-06E5-D867-0B03-1058547F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15738-5E81-5EBA-3719-DB755CA29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91D8A-5E42-B529-3317-D7F1919A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DA901-12CE-06F9-3B64-677FF3A20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1B1B5-6CC3-970E-145F-6D58D8D7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B258-F29F-604D-3050-2273F70A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A6CD-B461-BEB2-DD9C-FE2808E6A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9A417-CA40-7AAB-009A-BD8FCFAE7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4B527-5A7E-A8B0-230E-87F97E5D3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73ABE-5371-1695-1386-1A170E070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C570E-E87B-5EA7-7F8E-615E1A08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4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CB88-3396-A1B3-2C99-D9CDDBB0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E2EFA-A520-5AD6-495E-FC18EFAB9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80C48-09A5-DADF-8F2F-69F77839B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865CC-9295-293B-4C4B-2E282419C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24FEE-5886-C13A-D3CB-C5C9580A5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E3131-5B39-8556-91C6-334D459E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CB40C-6436-7083-0DB6-7F709195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C20D1-D994-6BB0-6001-95C49267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7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C8B5-0D9E-92E0-E419-D9CC78B5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93CF4-5CF7-CC35-B8A0-A63D4D6E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B3E1A-0C21-C615-0A76-C38C45DB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C3ACF-BEEF-8FA5-C1D2-AD650A7C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2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50DC3-A425-D22C-7F6C-028C9B90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AFB2ED-A7B4-BD70-9CF9-58439224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A3821-659B-333D-5466-62F93ACE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5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A6A8-1286-2A84-0A4E-87219F60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D839-F667-DD35-32A7-710646588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C7BD8-0988-8C96-51C8-A41E5E1EA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A33B7-0918-A4ED-2A94-2EFFB0F5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AEF20-A33F-5962-C9A0-9FC459511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735DC-846D-945D-CC2C-42F14269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0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20E7-8D2B-5FF2-3702-7B39F4EC0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74B04-2EEC-580D-05DE-5AC8ACD84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A28B2-CD13-2803-238B-050AD6D7D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1514A-43FB-ECB0-B177-D1809754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B655A-0D7A-5AA7-FBC9-E62DF6D3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25856-A15D-2F5B-81D0-762AADB4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5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7371-CF81-E3C8-E6D2-A0DE94E5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BAC90-2CC1-1836-D003-AC3244F25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36479-2BC2-C070-CC3C-83DA0400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FC971-AB13-F093-110B-33F5C855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40380-4BF4-8F6C-5033-A662B291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8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F1301-4EA9-F53B-B9AF-56D8DCDD9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6FFDA-B0D8-C555-C1DB-F8846608B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38F1A-44F7-6F18-19CC-C9C2CABF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23AC0-A2F4-D431-FC49-0CE8EDE1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D8163-B0DA-5D83-6B50-5DA82A9E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38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9E27A-517F-623E-277B-A1E31B3CD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5F03D-446A-D6F7-A610-8AB50D294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9F836-82A8-18E7-9011-A6C2056FD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595A3-A30F-44E8-9E91-8F22033E434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5CAF4-B7F8-0DDD-1446-A19C2DD32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BCFD9-6139-F2DB-484E-FD3676418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00542-AA61-452A-A648-D51948D8A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0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906E-E9B9-6FEC-3F09-51F1D4B5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4BE3A-A66F-FBDE-9481-B33133B35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36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EB57-C9C9-AAD0-DD9D-5F37C668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B8B-536D-1DBF-CB0C-B7F3F309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1: Weekly Distribution Planning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1ACC80-593B-AB42-3BF5-A3EDC9A261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62139"/>
            <a:ext cx="704455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type: Constrained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variables: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x1​: Amman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x2​: Zarqa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x3​: Irbid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x4​: Aqaba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 nonlinear operational inefficiency: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Quadratic terms represent rising inefficiency with shipment volume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Cross-term models interaction between Amman and Zarqa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x1+x2=50x_1 + x_2 = 50x1​+x2​=50 (Amman &amp; Zarqa)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x3+x4=60x_3 + x_4 = 60x3​+x4​=60 (Irbid &amp; Aqaba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3126-01A4-CD02-90C7-0F980E0A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FA7A-EA40-6961-8954-E4E5103E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Selected Optimization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05A2D-3010-5726-F593-7448A1A82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Three methods were implemented and compared:</a:t>
            </a:r>
          </a:p>
          <a:p>
            <a:r>
              <a:rPr lang="en-US" dirty="0"/>
              <a:t>Lagrange Multiplier Method</a:t>
            </a:r>
          </a:p>
          <a:p>
            <a:r>
              <a:rPr lang="en-US" dirty="0"/>
              <a:t>Karush–Kuhn–Tucker (KKT) Conditions</a:t>
            </a:r>
          </a:p>
          <a:p>
            <a:r>
              <a:rPr lang="en-US" dirty="0"/>
              <a:t>Unconstrained Methods (Gradient &amp; Newton) for comparison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Rationale:</a:t>
            </a:r>
          </a:p>
          <a:p>
            <a:r>
              <a:rPr lang="en-US" dirty="0"/>
              <a:t>Equality constraints → Lagrange &amp; KKT are mathematically appropriate</a:t>
            </a:r>
          </a:p>
          <a:p>
            <a:r>
              <a:rPr lang="en-US" dirty="0"/>
              <a:t>Unconstrained methods used to verify global behavior and benchmark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24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8488A-47B7-DC00-579A-3FE54BBF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43CF-1FF0-BBF2-DACB-68FFF604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 Multiplier Method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0C09-EBF6-0E9F-9FA7-D43BB25AA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Lagrange Multiplier Method (Scenario 1)</a:t>
            </a:r>
          </a:p>
          <a:p>
            <a:r>
              <a:rPr lang="en-US" dirty="0"/>
              <a:t>Constructs a </a:t>
            </a:r>
            <a:r>
              <a:rPr lang="en-US" dirty="0" err="1"/>
              <a:t>Lagrangian</a:t>
            </a:r>
            <a:r>
              <a:rPr lang="en-US" dirty="0"/>
              <a:t> function combining:</a:t>
            </a:r>
          </a:p>
          <a:p>
            <a:pPr lvl="1"/>
            <a:r>
              <a:rPr lang="en-US" dirty="0"/>
              <a:t>Objective function</a:t>
            </a:r>
          </a:p>
          <a:p>
            <a:pPr lvl="1"/>
            <a:r>
              <a:rPr lang="en-US" dirty="0"/>
              <a:t>Equality constraints</a:t>
            </a:r>
          </a:p>
          <a:p>
            <a:pPr marL="0" indent="0">
              <a:buNone/>
            </a:pPr>
            <a:r>
              <a:rPr lang="en-US" dirty="0"/>
              <a:t>Partial derivatives set to zero → system of equations</a:t>
            </a:r>
          </a:p>
          <a:p>
            <a:pPr marL="0" indent="0">
              <a:buNone/>
            </a:pPr>
            <a:r>
              <a:rPr lang="en-US" dirty="0"/>
              <a:t>Solved analytically using </a:t>
            </a:r>
            <a:r>
              <a:rPr lang="en-US" dirty="0" err="1"/>
              <a:t>SymPy</a:t>
            </a:r>
            <a:endParaRPr lang="en-US" dirty="0"/>
          </a:p>
          <a:p>
            <a:r>
              <a:rPr lang="en-US" dirty="0"/>
              <a:t>Strengths:</a:t>
            </a:r>
          </a:p>
          <a:p>
            <a:pPr lvl="1"/>
            <a:r>
              <a:rPr lang="en-US" dirty="0"/>
              <a:t>Exact solution</a:t>
            </a:r>
          </a:p>
          <a:p>
            <a:pPr lvl="1"/>
            <a:r>
              <a:rPr lang="en-US" dirty="0"/>
              <a:t>Guarantees constraint satisfaction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04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D020C-A74E-3652-D18F-300BEC71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CDD91-D57F-5EA5-42C8-B42BE977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 Method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7E31CB-6C0B-8A89-6C86-23008043C9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4"/>
            <a:ext cx="905087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Generalized form of constrained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this problem: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equality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KKT reduces to Lagrange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Produced identical optimal solution and objective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Scales to problems with inequality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29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CC3E-3246-B565-5897-E454DDDB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69AA-8E39-9617-FDD9-59E3A70CB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7E1325-067D-3961-6638-556BFFD86D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80"/>
            <a:ext cx="632577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Lagrange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KKT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shipment quantities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minimum inefficiency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Convex objective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optimum reached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 satisfaction verified exactly</a:t>
            </a:r>
          </a:p>
        </p:txBody>
      </p:sp>
    </p:spTree>
    <p:extLst>
      <p:ext uri="{BB962C8B-B14F-4D97-AF65-F5344CB8AC3E}">
        <p14:creationId xmlns:p14="http://schemas.microsoft.com/office/powerpoint/2010/main" val="2519841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4F6B7-329A-7770-8007-B15A9A97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A282-979C-9C88-163B-A5F7E7B4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Unconstrained Optimization (Scenario 1)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3EE32D-5A7A-599A-1CB7-3CA9A4EEE4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64503"/>
            <a:ext cx="907582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Descent and Newton’s Method applied without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Solutions violated shipment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objective values possible mathematically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Unconstrained methods are inappropriate for this logistics 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 are essential to reflect operational reality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60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B9158-6840-16D4-A1D6-2BAC7833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5A59-0B27-BD6F-6E87-BED295D5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Analysis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F9ABF5-C2C8-B010-A256-2F8A94B1EF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5304"/>
            <a:ext cx="6713697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Lagrange / KKT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convergence (analytical)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iteration 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Descent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convergence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learning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Newton’s Method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fast convergence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Hessian → higher computational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90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956EC-7652-0F5B-DCDA-BF9FB2C8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9599-6446-108A-6184-3E26219C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Method 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955481-6C2F-CAD7-A9D6-E6214614B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2"/>
            <a:ext cx="934582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constrained methods achieved the same optimal objective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selection based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Mathematical clarity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method: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Lagrange Multiplier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computational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Exact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iteration tuning 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83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D278B-2730-43FF-F67B-31A75B27E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1294-8DF3-BF8C-14CF-69F46C6C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4FFCBF-1C43-D0A2-6942-223E04558E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4"/>
            <a:ext cx="1007993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methods: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scale well to large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assumptions: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Quadratic inefficiency may oversimplify real logistics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 assumed fixed and deterministic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uncertainty not modeled</a:t>
            </a:r>
          </a:p>
        </p:txBody>
      </p:sp>
    </p:spTree>
    <p:extLst>
      <p:ext uri="{BB962C8B-B14F-4D97-AF65-F5344CB8AC3E}">
        <p14:creationId xmlns:p14="http://schemas.microsoft.com/office/powerpoint/2010/main" val="311617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FFAC-D92B-F2A7-0616-8938ECF4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CDC4-EB13-6E14-429F-032F3205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F485A-9181-9A31-DF3B-E0F4DA7DB3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Problem type: Unconstrained optimization</a:t>
                </a:r>
              </a:p>
              <a:p>
                <a:pPr marL="0" indent="0">
                  <a:buNone/>
                </a:pPr>
                <a:r>
                  <a:rPr lang="en-US" dirty="0"/>
                  <a:t>Goal:</a:t>
                </a:r>
              </a:p>
              <a:p>
                <a:pPr lvl="1"/>
                <a:r>
                  <a:rPr lang="en-US" dirty="0"/>
                  <a:t>Minimize mean squared error (MSE)</a:t>
                </a:r>
              </a:p>
              <a:p>
                <a:pPr marL="0" indent="0">
                  <a:buNone/>
                </a:pPr>
                <a:r>
                  <a:rPr lang="en-US" dirty="0"/>
                  <a:t>Model: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JO" b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JO" b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JO" b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JO" b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JO" b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ar-JO" b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JO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ar-JO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F485A-9181-9A31-DF3B-E0F4DA7DB3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999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DD2D-B5E4-7417-46E9-F27DA810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2961B-5CE4-5319-E43C-655A6BEE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Selection: Gradient Descent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1D601C-F551-41AB-FB4A-D1E920A976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85361"/>
            <a:ext cx="836479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Chosen method: Gradient Descent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is differentiable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High-dimensional parameter space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Closed-form solution not 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Widely used in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 improvement toward minimum error</a:t>
            </a:r>
          </a:p>
        </p:txBody>
      </p:sp>
    </p:spTree>
    <p:extLst>
      <p:ext uri="{BB962C8B-B14F-4D97-AF65-F5344CB8AC3E}">
        <p14:creationId xmlns:p14="http://schemas.microsoft.com/office/powerpoint/2010/main" val="3704530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99F8-5E1D-40F8-A9FB-1745C921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0A1B-60D0-6A8F-8165-5E8B9BC8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9D3368-4FA6-4296-3584-25232595DB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3"/>
            <a:ext cx="599074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Initialize 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gradients of MSE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parameters iteratively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rate controls step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Iterations continued until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convergen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12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A689-0264-8661-53D8-ECB855FF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FC42-7BC4-D952-A572-7BD81E8F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Behavior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F4619D-4A2A-80C1-0FCB-32ED0E6402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3"/>
            <a:ext cx="775084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decreased monotonically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Convergence observed after multiple iterations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rate selection was critical: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 large → divergence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 small → slow convergence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92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23527-A183-7151-A411-6F7A1ADEC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7255-4167-7B5E-017F-B45C2224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825A5E-C744-3126-C711-D0D049C870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80"/>
            <a:ext cx="1042298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Newton’s Method was implemented to minimize prediction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Reasons for selection: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function is twice differentiable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Hessian matrix exists and is constant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Guarantees fast convergence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525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B8FC3-FA51-F806-6690-DBE081FF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F26E-38CB-9CF3-50D5-723E794A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Analysis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20D37D-9B7F-E822-2FDB-9E06D5849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80"/>
            <a:ext cx="700638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 behavior: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Quadratic convergence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reduction in MSE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to Gradient Descent: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Fewer iterations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per-iteration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274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7019B-B624-3638-A736-646C7F76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46DE-3F85-C707-038D-2B6513D75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Function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B6722D-F4F3-A0D0-00C3-76B75FA787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5320" y="2459504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Gradient Descent (GD) and Newton’s Method reached the same minimum objective function value, confirming convergence to the global optimum.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expected since the objective function is convex and quadratic.</a:t>
            </a:r>
          </a:p>
        </p:txBody>
      </p:sp>
    </p:spTree>
    <p:extLst>
      <p:ext uri="{BB962C8B-B14F-4D97-AF65-F5344CB8AC3E}">
        <p14:creationId xmlns:p14="http://schemas.microsoft.com/office/powerpoint/2010/main" val="2216345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26BB-4B26-FBE1-1E4D-8034AC99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06E0-D181-C7CF-A56A-ABC201E4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Behavior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CB9AE7-E057-A470-B91C-2F12F09E2D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4"/>
            <a:ext cx="822423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Descent: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Convergence depends strongly on the learning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 significantly more iterations to reach the minimum.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best learning rate observed was: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α=0.01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 values caused slow convergence, while larger values led to instability.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Newton’s Method: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Exhibited quadratic convergence.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Reached the optimum in very few iterations.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242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7049-A6A6-CEF8-5F1F-06334A29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BCD7-0117-61D8-F878-55345187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Efficiency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D1B9E4-0698-A0D7-2FB6-C30E2B6EBE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6"/>
            <a:ext cx="981025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Descent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computational cost per iteration.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Hessian computation required.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Newton’s 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computational cost due to Hessian inversion.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efficient overall for small parameter spaces.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Method Selection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both methods achieved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objective 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selection depends on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Newton’s Method is the best 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this scenario due to: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convergence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Fewer iterations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number of 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205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793E9-0972-8CAA-9CB1-3F9D0C8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8C15-5BE0-DA10-5EDE-4F3A4AE0B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E2D64-F28E-4DEC-6383-A3F5935EE8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Problem type: Unconstrained optimization</a:t>
                </a:r>
              </a:p>
              <a:p>
                <a:r>
                  <a:rPr lang="en-US" dirty="0"/>
                  <a:t>Decision variables: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 speed setting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: force setting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Objective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sepChr m:val=","/>
                          <m:ctrlPr>
                            <a:rPr lang="ar-J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JO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ar-JO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ar-JO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JO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JO" b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JO" b="0" i="1" smtClean="0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ar-J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JO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ar-J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JO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JO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JO" b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JO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ar-J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JO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ar-J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JO" b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JO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JO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JO" b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JO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JO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JO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JO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ar-JO" dirty="0"/>
              </a:p>
              <a:p>
                <a:pPr marL="0" indent="0">
                  <a:buNone/>
                </a:pPr>
                <a:r>
                  <a:rPr lang="en-US" dirty="0"/>
                  <a:t>Constraints:</a:t>
                </a:r>
              </a:p>
              <a:p>
                <a:pPr lvl="1"/>
                <a:r>
                  <a:rPr lang="en-US" dirty="0"/>
                  <a:t>None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Goal:</a:t>
                </a:r>
              </a:p>
              <a:p>
                <a:pPr lvl="1"/>
                <a:r>
                  <a:rPr lang="en-US" dirty="0"/>
                  <a:t>Determine the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that minimize energy consumption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E2D64-F28E-4DEC-6383-A3F5935EE8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522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CC7EE-8C42-38A8-EDDE-FED18184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F429-4819-28AB-D5E1-56160E77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Method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A416EB-C9A9-08B0-6365-1CD8E53853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79346"/>
            <a:ext cx="688848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 first-order optimization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of the objective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26E13-8D78-58BA-6BA0-95112B22E738}"/>
              </a:ext>
            </a:extLst>
          </p:cNvPr>
          <p:cNvSpPr txBox="1"/>
          <p:nvPr/>
        </p:nvSpPr>
        <p:spPr>
          <a:xfrm>
            <a:off x="838200" y="3815219"/>
            <a:ext cx="92049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Simple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Low computational cost per iteration</a:t>
            </a:r>
          </a:p>
          <a:p>
            <a:endParaRPr lang="en-US" sz="2400" dirty="0"/>
          </a:p>
          <a:p>
            <a:r>
              <a:rPr lang="en-US" sz="2400" dirty="0"/>
              <a:t>Disadvantages: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Convergence depends on learning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Requires many iterations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3037B2-14F5-F5A5-CE54-6CE27812A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" y="-14630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computational cost per iteration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Convergence depends on learning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many iterations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842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74D8-E8D0-817F-99BC-E8058234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45C7-7A71-9CD6-1D8B-7DC6BC24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Convergence Behavior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E91271-3579-D98C-7F4E-A588E311ED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Energy value decreased gradually over iterations</a:t>
                </a:r>
              </a:p>
              <a:p>
                <a:r>
                  <a:rPr lang="en-US" dirty="0"/>
                  <a:t>Best observed learning rate: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Smaller learning rates:</a:t>
                </a:r>
              </a:p>
              <a:p>
                <a:pPr lvl="1"/>
                <a:r>
                  <a:rPr lang="en-US" dirty="0"/>
                  <a:t>Very slow convergence</a:t>
                </a:r>
              </a:p>
              <a:p>
                <a:pPr marL="0" indent="0">
                  <a:buNone/>
                </a:pPr>
                <a:r>
                  <a:rPr lang="en-US" dirty="0"/>
                  <a:t>Larger learning rates:</a:t>
                </a:r>
              </a:p>
              <a:p>
                <a:pPr lvl="1"/>
                <a:r>
                  <a:rPr lang="en-US" dirty="0"/>
                  <a:t>Risk of oscillation or divergence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Converged reliably to the global minimum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E91271-3579-D98C-7F4E-A588E311ED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6184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3FB24-F052-EE8B-063D-512AD4E4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1010-49D2-DC7A-F492-92C1C05AD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9F7E4D-EEB2-E42D-D742-8A4EB39DA8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320" y="1459430"/>
            <a:ext cx="6416040" cy="452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/>
              <a:t>Second-order optimization method</a:t>
            </a:r>
          </a:p>
          <a:p>
            <a:r>
              <a:rPr lang="en-US" sz="2400" dirty="0"/>
              <a:t>Uses:</a:t>
            </a:r>
          </a:p>
          <a:p>
            <a:r>
              <a:rPr lang="en-US" sz="2400" dirty="0"/>
              <a:t>Gradient vector</a:t>
            </a:r>
          </a:p>
          <a:p>
            <a:r>
              <a:rPr lang="en-US" sz="2400" dirty="0"/>
              <a:t>Hessian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Particularly suitable for quadratic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Hessian is constant and positive definite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701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1ADA8-9244-39FA-EE05-5DDBC0DA6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EDC8-5F2C-4A15-81A9-61CB1E66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 Convergence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25D2F-4469-E921-809D-D615D54B1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Converged in very few iterations</a:t>
            </a:r>
          </a:p>
          <a:p>
            <a:r>
              <a:rPr lang="en-US" dirty="0"/>
              <a:t>Exhibited quadratic convergence</a:t>
            </a:r>
          </a:p>
          <a:p>
            <a:r>
              <a:rPr lang="en-US" dirty="0"/>
              <a:t>Achieved minimum energy almost immediately</a:t>
            </a:r>
          </a:p>
          <a:p>
            <a:r>
              <a:rPr lang="en-US" dirty="0"/>
              <a:t>More computationally expensive per iteration</a:t>
            </a:r>
          </a:p>
          <a:p>
            <a:r>
              <a:rPr lang="en-US" dirty="0"/>
              <a:t>No learning rate tuning required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069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4FAD-4E42-4493-8DFD-876C6B0C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94A2-16B9-36B8-D457-3BF67AD1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4EE4-5A85-1166-4567-3DE4FD388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Both methods produced the same optimal solution:</a:t>
            </a:r>
          </a:p>
          <a:p>
            <a:r>
              <a:rPr lang="en-US" dirty="0"/>
              <a:t>Optimal speed </a:t>
            </a:r>
          </a:p>
          <a:p>
            <a:r>
              <a:rPr lang="en-US" dirty="0"/>
              <a:t>Optimal force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Confirms:</a:t>
            </a:r>
          </a:p>
          <a:p>
            <a:r>
              <a:rPr lang="en-US" dirty="0"/>
              <a:t>Convexity of the objective function</a:t>
            </a:r>
          </a:p>
          <a:p>
            <a:r>
              <a:rPr lang="en-US" dirty="0"/>
              <a:t>Correct implementation of both methods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983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6059F-40AF-C845-DA98-08BBE69D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FEEC0-3441-DEE3-814D-CF8E7BC8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Gradient </a:t>
            </a:r>
            <a:r>
              <a:rPr lang="fr-FR" dirty="0" err="1"/>
              <a:t>Descent</a:t>
            </a:r>
            <a:r>
              <a:rPr lang="fr-FR" dirty="0"/>
              <a:t> vs </a:t>
            </a:r>
            <a:r>
              <a:rPr lang="fr-FR" dirty="0" err="1"/>
              <a:t>Newton’s</a:t>
            </a:r>
            <a:r>
              <a:rPr lang="fr-FR" dirty="0"/>
              <a:t> Method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89CDE9-36BE-EE0C-C9D2-B7175C1883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2"/>
            <a:ext cx="598433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Function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methods reached the same minimum energy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Convergence Speed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Descent: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Slow, iteration-dependent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learning rate=0.1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622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0C263-9ACE-750B-694E-90C478DD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BF1A-EE30-AC71-A0E6-2BA4E762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CF063E-F30A-CDBD-D24C-A2A8CEF6E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4"/>
            <a:ext cx="527900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Newton’s Method: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fast convergence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Fewer iterations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Descent: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per iteration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Newton’s Method: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per iteration due to Hessian inversion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141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E5F4-E2F8-B4D5-E868-B812E8AB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2D0B9-852C-BDB9-F1C8-B827B952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Method Selection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E1C9E3-5E27-3616-6D0F-BB490CB43E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5"/>
            <a:ext cx="1005820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both methods achieved the same objective value, method selection depends on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Newton’s Method is the best method for this scenario because: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function is quadratic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Hessian is constant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Fastest convergence with minimal iterations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Descent remains useful for large-scale problems</a:t>
            </a:r>
          </a:p>
        </p:txBody>
      </p:sp>
    </p:spTree>
    <p:extLst>
      <p:ext uri="{BB962C8B-B14F-4D97-AF65-F5344CB8AC3E}">
        <p14:creationId xmlns:p14="http://schemas.microsoft.com/office/powerpoint/2010/main" val="337010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5117-686E-B423-A3EA-02D37F024E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Optimization Testing Results &amp; Evaluation</a:t>
            </a:r>
            <a:br>
              <a:rPr lang="en-US" dirty="0"/>
            </a:br>
            <a:r>
              <a:rPr lang="en-US" dirty="0"/>
              <a:t>Activity 2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E41E8-FF9D-F8C3-4969-0299658B45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77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C69E4-8F0B-73A1-2C35-23765CCA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A5B98-AA4B-5CD1-CFE1-D28486D9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F13C16-14C2-31BF-F981-C88EED0F7B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9806"/>
            <a:ext cx="850264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ctivity 2 evaluates metaheuristic optimization algorithms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Algorithms tested: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Particle Swarm Optimization (PSO)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Grey Wolf Optimizer (GWO)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Genetic Algorithm (GA)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based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function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Convergence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Stability across runs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69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99D7D-AA67-0907-5AC9-CF6AF70E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Functions Used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3FF26-763C-1F55-CC3D-03CF3DB610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Single-Objective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J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JO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JO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i="1"/>
                            <m:t>Accuracy</m:t>
                          </m:r>
                        </m:e>
                      </m:d>
                    </m:oMath>
                  </m:oMathPara>
                </a14:m>
                <a:endParaRPr lang="ar-JO" b="0" dirty="0"/>
              </a:p>
              <a:p>
                <a:r>
                  <a:rPr lang="en-US" dirty="0"/>
                  <a:t>Focuses solely on predictive performance</a:t>
                </a:r>
              </a:p>
              <a:p>
                <a:r>
                  <a:rPr lang="en-US" dirty="0"/>
                  <a:t>Lower value → better classification accuracy</a:t>
                </a:r>
              </a:p>
              <a:p>
                <a:endParaRPr lang="en-US" dirty="0"/>
              </a:p>
              <a:p>
                <a:r>
                  <a:rPr lang="en-US" b="1" dirty="0"/>
                  <a:t>Multi-Objective (Weighted Sum) Function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ar-J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JO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JO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JO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JO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JO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JO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Accuracy</m:t>
                                </m:r>
                              </m:e>
                            </m:d>
                            <m:r>
                              <a:rPr lang="ar-JO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JO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JO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JO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JO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JO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JO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1</m:t>
                                </m:r>
                              </m:e>
                            </m:d>
                            <m:r>
                              <a:rPr lang="ar-JO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JO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JO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JO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JO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i="1"/>
                                  <m:t>Feature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Ratio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ar-JO" b="0" dirty="0"/>
              </a:p>
              <a:p>
                <a:r>
                  <a:rPr lang="en-US" dirty="0"/>
                  <a:t>Balances:</a:t>
                </a:r>
              </a:p>
              <a:p>
                <a:pPr lvl="1"/>
                <a:r>
                  <a:rPr lang="en-US" dirty="0"/>
                  <a:t>Accuracy</a:t>
                </a:r>
              </a:p>
              <a:p>
                <a:pPr lvl="1"/>
                <a:r>
                  <a:rPr lang="en-US" dirty="0"/>
                  <a:t>F1-score</a:t>
                </a:r>
              </a:p>
              <a:p>
                <a:pPr lvl="1"/>
                <a:r>
                  <a:rPr lang="en-US" dirty="0"/>
                  <a:t>Feature reduction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3FF26-763C-1F55-CC3D-03CF3DB61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006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623D4-EE70-49B2-7DE6-BA5D599A6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1495-52E8-FBBC-08CD-94F88F6B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 Analysis (Single Objective)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81891-B3FD-B0F2-9A56-A4F7E215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PSO</a:t>
            </a:r>
            <a:endParaRPr lang="en-US" dirty="0"/>
          </a:p>
          <a:p>
            <a:pPr lvl="1"/>
            <a:r>
              <a:rPr lang="en-US" dirty="0"/>
              <a:t>Lowest median objective value</a:t>
            </a:r>
          </a:p>
          <a:p>
            <a:pPr lvl="1"/>
            <a:r>
              <a:rPr lang="en-US" dirty="0"/>
              <a:t>Small variance → stable performance</a:t>
            </a:r>
          </a:p>
          <a:p>
            <a:r>
              <a:rPr lang="en-US" b="1" dirty="0"/>
              <a:t>GWO</a:t>
            </a:r>
            <a:endParaRPr lang="en-US" dirty="0"/>
          </a:p>
          <a:p>
            <a:pPr lvl="1"/>
            <a:r>
              <a:rPr lang="en-US" dirty="0"/>
              <a:t>Wider spread</a:t>
            </a:r>
          </a:p>
          <a:p>
            <a:pPr lvl="1"/>
            <a:r>
              <a:rPr lang="en-US" dirty="0"/>
              <a:t>Less consistent convergence</a:t>
            </a:r>
          </a:p>
          <a:p>
            <a:r>
              <a:rPr lang="en-US" b="1" dirty="0"/>
              <a:t>GA</a:t>
            </a:r>
            <a:endParaRPr lang="en-US" dirty="0"/>
          </a:p>
          <a:p>
            <a:pPr lvl="1"/>
            <a:r>
              <a:rPr lang="en-US" dirty="0"/>
              <a:t>Higher objective values</a:t>
            </a:r>
          </a:p>
          <a:p>
            <a:pPr lvl="1"/>
            <a:r>
              <a:rPr lang="en-US" dirty="0"/>
              <a:t>More variability</a:t>
            </a:r>
          </a:p>
          <a:p>
            <a:r>
              <a:rPr lang="en-US" b="1" dirty="0"/>
              <a:t>Interpretation</a:t>
            </a:r>
          </a:p>
          <a:p>
            <a:r>
              <a:rPr lang="en-US" dirty="0"/>
              <a:t>PSO achieves the best</a:t>
            </a:r>
            <a:r>
              <a:rPr lang="en-US" b="1" dirty="0"/>
              <a:t> </a:t>
            </a:r>
            <a:r>
              <a:rPr lang="en-US" dirty="0"/>
              <a:t>accuracy consistently</a:t>
            </a:r>
          </a:p>
          <a:p>
            <a:r>
              <a:rPr lang="en-US" dirty="0"/>
              <a:t>GA shows weaker exploitation capability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556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532E7-7C51-9CAD-3AA3-2D120F10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6E920-16EE-611E-2847-068BF20F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Analysis (Single Objective)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D1643-B32B-ADB7-A5EA-5A1C1B9DF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PSO</a:t>
            </a:r>
            <a:endParaRPr lang="en-US" dirty="0"/>
          </a:p>
          <a:p>
            <a:pPr lvl="1"/>
            <a:r>
              <a:rPr lang="en-US" dirty="0"/>
              <a:t>Gradual but steady improvement</a:t>
            </a:r>
          </a:p>
          <a:p>
            <a:pPr lvl="1"/>
            <a:r>
              <a:rPr lang="en-US" dirty="0"/>
              <a:t>Converges to the lowest fitness value</a:t>
            </a:r>
          </a:p>
          <a:p>
            <a:r>
              <a:rPr lang="en-US" b="1" dirty="0"/>
              <a:t>GWO</a:t>
            </a:r>
            <a:endParaRPr lang="en-US" dirty="0"/>
          </a:p>
          <a:p>
            <a:pPr lvl="1"/>
            <a:r>
              <a:rPr lang="en-US" dirty="0"/>
              <a:t>Fast initial convergence</a:t>
            </a:r>
          </a:p>
          <a:p>
            <a:pPr lvl="1"/>
            <a:r>
              <a:rPr lang="en-US" dirty="0"/>
              <a:t>Early stagnation</a:t>
            </a:r>
          </a:p>
          <a:p>
            <a:r>
              <a:rPr lang="en-US" b="1" dirty="0"/>
              <a:t>GA</a:t>
            </a:r>
            <a:endParaRPr lang="en-US" dirty="0"/>
          </a:p>
          <a:p>
            <a:pPr lvl="1"/>
            <a:r>
              <a:rPr lang="en-US" dirty="0"/>
              <a:t>Rapid early drop</a:t>
            </a:r>
          </a:p>
          <a:p>
            <a:pPr lvl="1"/>
            <a:r>
              <a:rPr lang="en-US" dirty="0"/>
              <a:t>Plateaus at a higher fitness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PSO provides the best final solution</a:t>
            </a:r>
          </a:p>
          <a:p>
            <a:r>
              <a:rPr lang="en-US" dirty="0"/>
              <a:t>GWO and GA suffer from premature convergence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8474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6589D-5CCF-FD8D-4295-B7F92EE4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6C95-5344-FC40-AABE-A60A1DCB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 Analysis (Multi-Objective)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A8C1C-B21F-E1C6-0CC2-0EAD99925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GWO</a:t>
            </a:r>
            <a:endParaRPr lang="en-US" dirty="0"/>
          </a:p>
          <a:p>
            <a:pPr lvl="1"/>
            <a:r>
              <a:rPr lang="en-US" dirty="0"/>
              <a:t>Lowest median objective value</a:t>
            </a:r>
          </a:p>
          <a:p>
            <a:pPr lvl="1"/>
            <a:r>
              <a:rPr lang="en-US" dirty="0"/>
              <a:t>Best balance between accuracy and feature reduction</a:t>
            </a:r>
          </a:p>
          <a:p>
            <a:r>
              <a:rPr lang="en-US" b="1" dirty="0"/>
              <a:t>PSO</a:t>
            </a:r>
            <a:endParaRPr lang="en-US" dirty="0"/>
          </a:p>
          <a:p>
            <a:pPr lvl="1"/>
            <a:r>
              <a:rPr lang="en-US" dirty="0"/>
              <a:t>Competitive but slightly higher objective</a:t>
            </a:r>
          </a:p>
          <a:p>
            <a:r>
              <a:rPr lang="en-US" b="1" dirty="0"/>
              <a:t>GA</a:t>
            </a:r>
            <a:endParaRPr lang="en-US" dirty="0"/>
          </a:p>
          <a:p>
            <a:pPr lvl="1"/>
            <a:r>
              <a:rPr lang="en-US" dirty="0"/>
              <a:t>Highest objective and variance</a:t>
            </a:r>
          </a:p>
          <a:p>
            <a:r>
              <a:rPr lang="en-US" b="1" dirty="0"/>
              <a:t>Interpretation</a:t>
            </a:r>
          </a:p>
          <a:p>
            <a:r>
              <a:rPr lang="en-US" dirty="0"/>
              <a:t>GWO handles multi-objective trade-offs more effectively</a:t>
            </a:r>
          </a:p>
          <a:p>
            <a:r>
              <a:rPr lang="en-US" dirty="0"/>
              <a:t>GA struggles with balancing conflicting objectives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778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4769B-A93E-2A39-9A72-CD849FAD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EF26-EEC2-3896-2111-13D741E9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Analysis (Multi-Objective)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02E12-4CBF-FEFF-4F92-62F0C4AD6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GWO</a:t>
            </a:r>
            <a:endParaRPr lang="en-US" dirty="0"/>
          </a:p>
          <a:p>
            <a:pPr lvl="1"/>
            <a:r>
              <a:rPr lang="en-US" dirty="0"/>
              <a:t>Fast convergence</a:t>
            </a:r>
          </a:p>
          <a:p>
            <a:pPr lvl="1"/>
            <a:r>
              <a:rPr lang="en-US" dirty="0"/>
              <a:t>Stable final objective value</a:t>
            </a:r>
          </a:p>
          <a:p>
            <a:r>
              <a:rPr lang="en-US" b="1" dirty="0"/>
              <a:t>PSO</a:t>
            </a:r>
            <a:endParaRPr lang="en-US" dirty="0"/>
          </a:p>
          <a:p>
            <a:pPr lvl="1"/>
            <a:r>
              <a:rPr lang="en-US" dirty="0"/>
              <a:t>Slower convergence</a:t>
            </a:r>
          </a:p>
          <a:p>
            <a:pPr lvl="1"/>
            <a:r>
              <a:rPr lang="en-US" dirty="0"/>
              <a:t>Slightly higher final fitness</a:t>
            </a:r>
          </a:p>
          <a:p>
            <a:r>
              <a:rPr lang="en-US" b="1" dirty="0"/>
              <a:t>GA</a:t>
            </a:r>
            <a:endParaRPr lang="en-US" dirty="0"/>
          </a:p>
          <a:p>
            <a:pPr lvl="1"/>
            <a:r>
              <a:rPr lang="en-US" dirty="0"/>
              <a:t>Step-like improvements</a:t>
            </a:r>
          </a:p>
          <a:p>
            <a:pPr lvl="1"/>
            <a:r>
              <a:rPr lang="en-US" dirty="0"/>
              <a:t>Late stagnation</a:t>
            </a:r>
          </a:p>
          <a:p>
            <a:r>
              <a:rPr lang="en-US" b="1" dirty="0"/>
              <a:t>Conclusion</a:t>
            </a:r>
          </a:p>
          <a:p>
            <a:r>
              <a:rPr lang="en-US" dirty="0"/>
              <a:t>GWO is more efficient for multi-objective optimization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5256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C7AE4-A43E-BEFC-0AD1-BC10B6A66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F759-2438-F67C-E037-A38C84D4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Comparison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F0D46B-49A5-90F9-FA36-97C618A8E7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875123"/>
              </p:ext>
            </p:extLst>
          </p:nvPr>
        </p:nvGraphicFramePr>
        <p:xfrm>
          <a:off x="838200" y="2099706"/>
          <a:ext cx="10515600" cy="2658588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8003912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801464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651489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6663004"/>
                    </a:ext>
                  </a:extLst>
                </a:gridCol>
              </a:tblGrid>
              <a:tr h="664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Single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Multi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070273"/>
                  </a:ext>
                </a:extLst>
              </a:tr>
              <a:tr h="664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598322"/>
                  </a:ext>
                </a:extLst>
              </a:tr>
              <a:tr h="664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GWO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494887"/>
                  </a:ext>
                </a:extLst>
              </a:tr>
              <a:tr h="664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GA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Weak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Weak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285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378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7386-7C2C-6F84-0D1A-676B29BE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38C9-C1AA-A14B-5C04-C2D26DDC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B78681-563D-E782-3F86-06071988B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19556"/>
            <a:ext cx="8244840" cy="5126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dirty="0"/>
              <a:t>Metaheuristic methods:</a:t>
            </a:r>
          </a:p>
          <a:p>
            <a:r>
              <a:rPr lang="en-US" dirty="0"/>
              <a:t>No guarantee of global optimality</a:t>
            </a:r>
          </a:p>
          <a:p>
            <a:r>
              <a:rPr lang="en-US" dirty="0"/>
              <a:t>Performance depends on parameter tuning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Weighted-sum approach:</a:t>
            </a:r>
          </a:p>
          <a:p>
            <a:r>
              <a:rPr lang="en-US" dirty="0"/>
              <a:t>Sensitive to weight selection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Computational cost increases with:</a:t>
            </a:r>
          </a:p>
          <a:p>
            <a:r>
              <a:rPr lang="en-US" dirty="0"/>
              <a:t>Population size</a:t>
            </a:r>
          </a:p>
          <a:p>
            <a:r>
              <a:rPr lang="en-US" dirty="0"/>
              <a:t>Number of iterations</a:t>
            </a:r>
          </a:p>
        </p:txBody>
      </p:sp>
    </p:spTree>
    <p:extLst>
      <p:ext uri="{BB962C8B-B14F-4D97-AF65-F5344CB8AC3E}">
        <p14:creationId xmlns:p14="http://schemas.microsoft.com/office/powerpoint/2010/main" val="6026588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6BD6F-F521-604A-8F9F-3D38DEEC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AF99-7F6D-250D-F0A3-BA9689E2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Improvements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3ED99-7AE5-AF7E-8091-E48050AEA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Adaptive parameter control for PSO and GWO</a:t>
            </a:r>
          </a:p>
          <a:p>
            <a:r>
              <a:rPr lang="en-US" dirty="0"/>
              <a:t>Dynamic weight adjustment in </a:t>
            </a:r>
            <a:r>
              <a:rPr lang="en-US"/>
              <a:t>multi-objective function</a:t>
            </a:r>
          </a:p>
          <a:p>
            <a:endParaRPr lang="en-US" dirty="0"/>
          </a:p>
          <a:p>
            <a:r>
              <a:rPr lang="en-US" dirty="0"/>
              <a:t>Hybrid approach:</a:t>
            </a:r>
          </a:p>
          <a:p>
            <a:pPr lvl="1"/>
            <a:r>
              <a:rPr lang="en-US" dirty="0"/>
              <a:t>Metaheuristics + local search</a:t>
            </a:r>
          </a:p>
          <a:p>
            <a:r>
              <a:rPr lang="en-US" dirty="0"/>
              <a:t>Early stopping based on convergence stagnation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751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BDD1-C883-4E01-96BE-4D3DC06DF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PSO testing and improvements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6E536-ED3C-4EF5-8DEA-588A96005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Activity 3</a:t>
            </a:r>
          </a:p>
        </p:txBody>
      </p:sp>
    </p:spTree>
    <p:extLst>
      <p:ext uri="{BB962C8B-B14F-4D97-AF65-F5344CB8AC3E}">
        <p14:creationId xmlns:p14="http://schemas.microsoft.com/office/powerpoint/2010/main" val="2152641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3B19C-35B7-D0AC-B64D-468E86C8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D12E-9DD1-AA14-0543-345DB6C42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PSO Testing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A3780-6B7E-CF45-4A30-6916B4AEF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Verify correctness of PSO implementation</a:t>
            </a:r>
          </a:p>
          <a:p>
            <a:r>
              <a:rPr lang="en-US" dirty="0"/>
              <a:t>Track particle updates per iteration</a:t>
            </a:r>
          </a:p>
          <a:p>
            <a:r>
              <a:rPr lang="en-US" dirty="0"/>
              <a:t>Validate exploration and exploitation behavior</a:t>
            </a:r>
          </a:p>
          <a:p>
            <a:r>
              <a:rPr lang="en-US" dirty="0"/>
              <a:t>Enable step-by-step numerical verification</a:t>
            </a:r>
          </a:p>
        </p:txBody>
      </p:sp>
    </p:spTree>
    <p:extLst>
      <p:ext uri="{BB962C8B-B14F-4D97-AF65-F5344CB8AC3E}">
        <p14:creationId xmlns:p14="http://schemas.microsoft.com/office/powerpoint/2010/main" val="25513660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330C-0E6E-7131-E363-389464B6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PSO Parameters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198C5-418F-E0EF-52B6-D85E382A4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Velocity limit: Vmax = 6</a:t>
            </a:r>
          </a:p>
          <a:p>
            <a:r>
              <a:rPr lang="en-US" dirty="0"/>
              <a:t>Inertia bounds: </a:t>
            </a:r>
            <a:r>
              <a:rPr lang="en-US" dirty="0" err="1"/>
              <a:t>wMax</a:t>
            </a:r>
            <a:r>
              <a:rPr lang="en-US" dirty="0"/>
              <a:t> = 0.9, </a:t>
            </a:r>
            <a:r>
              <a:rPr lang="en-US" dirty="0" err="1"/>
              <a:t>wMin</a:t>
            </a:r>
            <a:r>
              <a:rPr lang="en-US" dirty="0"/>
              <a:t> = 0.2</a:t>
            </a:r>
          </a:p>
          <a:p>
            <a:r>
              <a:rPr lang="en-US" dirty="0"/>
              <a:t>Cognitive coefficient: c₁ = 2 personal best </a:t>
            </a:r>
          </a:p>
          <a:p>
            <a:r>
              <a:rPr lang="en-US" dirty="0"/>
              <a:t>Social coefficient: c₂ = 2 global best</a:t>
            </a:r>
          </a:p>
        </p:txBody>
      </p:sp>
    </p:spTree>
    <p:extLst>
      <p:ext uri="{BB962C8B-B14F-4D97-AF65-F5344CB8AC3E}">
        <p14:creationId xmlns:p14="http://schemas.microsoft.com/office/powerpoint/2010/main" val="4103427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CDCF3-6FE7-9FB9-4982-126582ED6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7140A-7327-72A3-3AEF-204D39794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Velocities initialized to zero</a:t>
            </a:r>
          </a:p>
          <a:p>
            <a:r>
              <a:rPr lang="en-US" dirty="0"/>
              <a:t>Positions randomly initialized within bounds</a:t>
            </a:r>
          </a:p>
          <a:p>
            <a:r>
              <a:rPr lang="en-US" dirty="0"/>
              <a:t>Personal best scores initialized to infinity</a:t>
            </a:r>
          </a:p>
          <a:p>
            <a:r>
              <a:rPr lang="en-US" dirty="0"/>
              <a:t>Global best initialized to infinity</a:t>
            </a:r>
          </a:p>
        </p:txBody>
      </p:sp>
    </p:spTree>
    <p:extLst>
      <p:ext uri="{BB962C8B-B14F-4D97-AF65-F5344CB8AC3E}">
        <p14:creationId xmlns:p14="http://schemas.microsoft.com/office/powerpoint/2010/main" val="39839604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711EF-77A2-AD95-FAA7-755314E5B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909D-A14F-A099-DF63-0EBFF086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Population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25852-33D1-082B-3140-4C92AB10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positions printed</a:t>
            </a:r>
          </a:p>
          <a:p>
            <a:r>
              <a:rPr lang="en-US" dirty="0"/>
              <a:t>Initial velocities printed</a:t>
            </a:r>
          </a:p>
          <a:p>
            <a:r>
              <a:rPr lang="en-US" dirty="0"/>
              <a:t>Confirms correct random initialization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884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F5ABD-01D3-6335-1455-38E116F7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3C384-45ED-241A-7A96-3569939C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Function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4A2EB-D92F-E7F5-E76A-4490CE5D7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fitness = </a:t>
            </a:r>
            <a:r>
              <a:rPr lang="en-US" dirty="0" err="1"/>
              <a:t>objf</a:t>
            </a:r>
            <a:r>
              <a:rPr lang="en-US" dirty="0"/>
              <a:t>(pos[</a:t>
            </a:r>
            <a:r>
              <a:rPr lang="en-US" dirty="0" err="1"/>
              <a:t>i</a:t>
            </a:r>
            <a:r>
              <a:rPr lang="en-US" dirty="0"/>
              <a:t>, :])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Evaluates full decision vector</a:t>
            </a:r>
          </a:p>
          <a:p>
            <a:r>
              <a:rPr lang="en-US" dirty="0"/>
              <a:t>Returns scalar fitness value</a:t>
            </a:r>
          </a:p>
        </p:txBody>
      </p:sp>
    </p:spTree>
    <p:extLst>
      <p:ext uri="{BB962C8B-B14F-4D97-AF65-F5344CB8AC3E}">
        <p14:creationId xmlns:p14="http://schemas.microsoft.com/office/powerpoint/2010/main" val="42760476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84FE4-66E9-4E00-FDC3-7F139B63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86FB-7566-F422-DB91-1E429D71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Definition for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3233-ABF4-D2D7-32D1-D18C92E1E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Fitness = 1 − Accuracy</a:t>
            </a:r>
          </a:p>
          <a:p>
            <a:r>
              <a:rPr lang="en-US" dirty="0"/>
              <a:t>Lower fitness → better solution</a:t>
            </a:r>
          </a:p>
          <a:p>
            <a:r>
              <a:rPr lang="en-US" dirty="0"/>
              <a:t>Converts maximization problem into minimization</a:t>
            </a:r>
          </a:p>
          <a:p>
            <a:r>
              <a:rPr lang="en-US" dirty="0"/>
              <a:t>Guides PSO search</a:t>
            </a:r>
          </a:p>
        </p:txBody>
      </p:sp>
    </p:spTree>
    <p:extLst>
      <p:ext uri="{BB962C8B-B14F-4D97-AF65-F5344CB8AC3E}">
        <p14:creationId xmlns:p14="http://schemas.microsoft.com/office/powerpoint/2010/main" val="35307784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BCFC-A03F-4117-AE0E-A50911680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785E-D55A-EDA2-3F9D-590F9DC2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PSO Update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CB01-689B-F3D4-6055-20E9ADFAF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Velocity equation :</a:t>
            </a:r>
          </a:p>
          <a:p>
            <a:pPr marL="0" indent="0">
              <a:buNone/>
            </a:pPr>
            <a:r>
              <a:rPr lang="en-US" dirty="0"/>
              <a:t>Vij (t+1) = W*Vij(t) +c1 * r1 * (</a:t>
            </a:r>
            <a:r>
              <a:rPr lang="en-US" dirty="0" err="1"/>
              <a:t>pBest</a:t>
            </a:r>
            <a:r>
              <a:rPr lang="en-US" dirty="0"/>
              <a:t> - x) + c2 * r2 * (</a:t>
            </a:r>
            <a:r>
              <a:rPr lang="en-US" dirty="0" err="1"/>
              <a:t>gBest</a:t>
            </a:r>
            <a:r>
              <a:rPr lang="en-US" dirty="0"/>
              <a:t> - x)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Position equation: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Xij</a:t>
            </a:r>
            <a:r>
              <a:rPr lang="en-US" dirty="0"/>
              <a:t>(t+1) = </a:t>
            </a:r>
            <a:r>
              <a:rPr lang="en-US" dirty="0" err="1"/>
              <a:t>Xij</a:t>
            </a:r>
            <a:r>
              <a:rPr lang="en-US" dirty="0"/>
              <a:t>(t) + Vij(t+1)</a:t>
            </a:r>
          </a:p>
        </p:txBody>
      </p:sp>
    </p:spTree>
    <p:extLst>
      <p:ext uri="{BB962C8B-B14F-4D97-AF65-F5344CB8AC3E}">
        <p14:creationId xmlns:p14="http://schemas.microsoft.com/office/powerpoint/2010/main" val="9478593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FA0CA-E3AC-7AF6-D85D-D67D61E2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980F9-C448-6721-3C94-20E53A1F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Population (Iteration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210F4-728C-C681-F652-716994F1D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population </a:t>
            </a:r>
          </a:p>
          <a:p>
            <a:r>
              <a:rPr lang="en-US" dirty="0"/>
              <a:t>Population size = 2 </a:t>
            </a:r>
          </a:p>
          <a:p>
            <a:r>
              <a:rPr lang="en-US" dirty="0"/>
              <a:t>Dimensions = 28</a:t>
            </a:r>
          </a:p>
          <a:p>
            <a:r>
              <a:rPr lang="en-US" dirty="0"/>
              <a:t>Velocity initialized to zero </a:t>
            </a:r>
          </a:p>
        </p:txBody>
      </p:sp>
    </p:spTree>
    <p:extLst>
      <p:ext uri="{BB962C8B-B14F-4D97-AF65-F5344CB8AC3E}">
        <p14:creationId xmlns:p14="http://schemas.microsoft.com/office/powerpoint/2010/main" val="3617175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BB9B-3E07-179C-D1C0-851F1AA1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A22A-9BF3-EC96-0A78-2499FE30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Population (Iteration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C45D4-A398-ECEF-2A72-6EAD0CDF6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Particle 0 (dimension 0)</a:t>
            </a:r>
          </a:p>
          <a:p>
            <a:r>
              <a:rPr lang="en-US" dirty="0"/>
              <a:t>X0(0) = 0.5798069</a:t>
            </a:r>
          </a:p>
          <a:p>
            <a:r>
              <a:rPr lang="en-US" dirty="0"/>
              <a:t>V0(0) = 0</a:t>
            </a:r>
          </a:p>
          <a:p>
            <a:endParaRPr lang="en-US" dirty="0"/>
          </a:p>
          <a:p>
            <a:r>
              <a:rPr lang="en-US" dirty="0"/>
              <a:t>Particle 1 (dimension 0)</a:t>
            </a:r>
          </a:p>
          <a:p>
            <a:r>
              <a:rPr lang="en-US" dirty="0"/>
              <a:t>X0(0) = 0.0173868</a:t>
            </a:r>
          </a:p>
          <a:p>
            <a:r>
              <a:rPr lang="en-US" dirty="0"/>
              <a:t>V0(0) =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7504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74AA-81A8-BEC0-268B-48093516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AB42-8F95-596C-60CC-1C3EA9BF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Evaluation – Iteration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D79C7-F8FC-120F-FC8E-3D6DDEEBC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results:</a:t>
            </a:r>
          </a:p>
          <a:p>
            <a:pPr marL="0" indent="0">
              <a:buNone/>
            </a:pPr>
            <a:r>
              <a:rPr lang="en-US" dirty="0"/>
              <a:t>Particle 0 fitness = 0.187</a:t>
            </a:r>
          </a:p>
          <a:p>
            <a:pPr marL="0" indent="0">
              <a:buNone/>
            </a:pPr>
            <a:r>
              <a:rPr lang="en-US" dirty="0"/>
              <a:t>‘Particle 1 fitness = 0.220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Therfore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Particle 0 becomes pBest0 and </a:t>
            </a:r>
            <a:r>
              <a:rPr lang="en-US" dirty="0" err="1"/>
              <a:t>gBest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133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E667-08C3-68C0-4135-D103E4E9F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0696-447D-8C2D-F4FF-1A6EED27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Manual PSO Update – Particle 0 (dimension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A9336-FCD3-7AF2-0988-735197B7F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396916" cy="4879975"/>
          </a:xfrm>
        </p:spPr>
        <p:txBody>
          <a:bodyPr/>
          <a:lstStyle/>
          <a:p>
            <a:r>
              <a:rPr lang="en-US" dirty="0"/>
              <a:t>X(0) = 0.5798069</a:t>
            </a:r>
          </a:p>
          <a:p>
            <a:r>
              <a:rPr lang="en-US" dirty="0"/>
              <a:t>V(0) = 0</a:t>
            </a:r>
          </a:p>
          <a:p>
            <a:r>
              <a:rPr lang="en-US" dirty="0" err="1"/>
              <a:t>pBest</a:t>
            </a:r>
            <a:r>
              <a:rPr lang="en-US" dirty="0"/>
              <a:t> = x(0)</a:t>
            </a:r>
          </a:p>
          <a:p>
            <a:r>
              <a:rPr lang="en-US" dirty="0" err="1"/>
              <a:t>gBest</a:t>
            </a:r>
            <a:r>
              <a:rPr lang="en-US" dirty="0"/>
              <a:t> = x(0)</a:t>
            </a:r>
          </a:p>
          <a:p>
            <a:r>
              <a:rPr lang="en-US" dirty="0"/>
              <a:t>r1 = 0.12797</a:t>
            </a:r>
          </a:p>
          <a:p>
            <a:r>
              <a:rPr lang="en-US" dirty="0"/>
              <a:t>R2 = 0.10819</a:t>
            </a:r>
          </a:p>
          <a:p>
            <a:r>
              <a:rPr lang="en-US" dirty="0"/>
              <a:t>W = 0.9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826A37-5CBD-91D9-E1F3-5E99810378F3}"/>
              </a:ext>
            </a:extLst>
          </p:cNvPr>
          <p:cNvSpPr txBox="1"/>
          <p:nvPr/>
        </p:nvSpPr>
        <p:spPr>
          <a:xfrm>
            <a:off x="4620126" y="2117558"/>
            <a:ext cx="67336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Velocity calculation:</a:t>
            </a:r>
          </a:p>
          <a:p>
            <a:r>
              <a:rPr lang="en-US" sz="2800" dirty="0"/>
              <a:t>V(1) – 0.9(0) + 2*r1(0) + 2*r2(0) = 0</a:t>
            </a:r>
          </a:p>
          <a:p>
            <a:endParaRPr lang="en-US" sz="2800" dirty="0"/>
          </a:p>
          <a:p>
            <a:r>
              <a:rPr lang="en-US" sz="2800" dirty="0"/>
              <a:t>Position update calculations:</a:t>
            </a:r>
          </a:p>
          <a:p>
            <a:endParaRPr lang="en-US" sz="2800" dirty="0"/>
          </a:p>
          <a:p>
            <a:r>
              <a:rPr lang="en-US" sz="2800" dirty="0"/>
              <a:t>x(1) = 0.5798069 + 0 = 0.5798069</a:t>
            </a:r>
          </a:p>
        </p:txBody>
      </p:sp>
    </p:spTree>
    <p:extLst>
      <p:ext uri="{BB962C8B-B14F-4D97-AF65-F5344CB8AC3E}">
        <p14:creationId xmlns:p14="http://schemas.microsoft.com/office/powerpoint/2010/main" val="783015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588BF-EE1F-CD63-6641-BB9CE914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BC6C-4677-B955-2681-1C7BA172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F88082-169C-5942-E4D3-3E5D383CB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2248848"/>
              </p:ext>
            </p:extLst>
          </p:nvPr>
        </p:nvGraphicFramePr>
        <p:xfrm>
          <a:off x="838200" y="2307853"/>
          <a:ext cx="10515600" cy="2242293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334493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608661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19006751"/>
                    </a:ext>
                  </a:extLst>
                </a:gridCol>
              </a:tblGrid>
              <a:tr h="747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Quantity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Run results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324341"/>
                  </a:ext>
                </a:extLst>
              </a:tr>
              <a:tr h="747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(v(t+1))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0.0000000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0.0000000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191397"/>
                  </a:ext>
                </a:extLst>
              </a:tr>
              <a:tr h="747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(x(t+1))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0.5798069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0.5798069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834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3802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7655-A08C-FECF-6F07-13B3DF86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7A9D-7B57-312A-B240-ACDB26DC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Manual PSO Update – Particle1 (dimension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DC5EE-556E-D915-8D7C-080F67E4E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396916" cy="4879975"/>
          </a:xfrm>
        </p:spPr>
        <p:txBody>
          <a:bodyPr/>
          <a:lstStyle/>
          <a:p>
            <a:r>
              <a:rPr lang="en-US" dirty="0"/>
              <a:t>X(0) = 0.0173868</a:t>
            </a:r>
          </a:p>
          <a:p>
            <a:r>
              <a:rPr lang="en-US" dirty="0"/>
              <a:t>V(0) = 0</a:t>
            </a:r>
          </a:p>
          <a:p>
            <a:r>
              <a:rPr lang="en-US" dirty="0" err="1"/>
              <a:t>pBest</a:t>
            </a:r>
            <a:r>
              <a:rPr lang="en-US" dirty="0"/>
              <a:t> = x(0)</a:t>
            </a:r>
          </a:p>
          <a:p>
            <a:r>
              <a:rPr lang="en-US" dirty="0" err="1"/>
              <a:t>gBest</a:t>
            </a:r>
            <a:r>
              <a:rPr lang="en-US" dirty="0"/>
              <a:t> = x(0)</a:t>
            </a:r>
          </a:p>
          <a:p>
            <a:r>
              <a:rPr lang="en-US" dirty="0"/>
              <a:t>r1 = 0.68269</a:t>
            </a:r>
          </a:p>
          <a:p>
            <a:r>
              <a:rPr lang="en-US" dirty="0"/>
              <a:t>R2 = 0.43250</a:t>
            </a:r>
          </a:p>
          <a:p>
            <a:r>
              <a:rPr lang="en-US" dirty="0"/>
              <a:t>W = 0.9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6E13A3-37D3-323B-29BA-AF90B7C2AA8A}"/>
              </a:ext>
            </a:extLst>
          </p:cNvPr>
          <p:cNvSpPr txBox="1"/>
          <p:nvPr/>
        </p:nvSpPr>
        <p:spPr>
          <a:xfrm>
            <a:off x="4620126" y="2117558"/>
            <a:ext cx="67336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Velocity calculation:</a:t>
            </a:r>
          </a:p>
          <a:p>
            <a:r>
              <a:rPr lang="en-US" sz="2800" dirty="0"/>
              <a:t>V(1) = 2(0.43250)(0.5798069 - 0.0173868)</a:t>
            </a:r>
          </a:p>
          <a:p>
            <a:r>
              <a:rPr lang="en-US" sz="2800" dirty="0"/>
              <a:t>V(1) = 0.0173868</a:t>
            </a:r>
          </a:p>
          <a:p>
            <a:endParaRPr lang="en-US" sz="2800" dirty="0"/>
          </a:p>
          <a:p>
            <a:r>
              <a:rPr lang="en-US" sz="2800" dirty="0"/>
              <a:t>Position update calculations:</a:t>
            </a:r>
          </a:p>
          <a:p>
            <a:endParaRPr lang="en-US" sz="2800" dirty="0"/>
          </a:p>
          <a:p>
            <a:r>
              <a:rPr lang="en-US" sz="2800" dirty="0"/>
              <a:t>x(1) = 0.0173868 + 0.4864988 = 0.5038855</a:t>
            </a:r>
          </a:p>
        </p:txBody>
      </p:sp>
    </p:spTree>
    <p:extLst>
      <p:ext uri="{BB962C8B-B14F-4D97-AF65-F5344CB8AC3E}">
        <p14:creationId xmlns:p14="http://schemas.microsoft.com/office/powerpoint/2010/main" val="16236605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F7A6-2348-6EC8-C059-0639E75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7060F-182F-CB66-B7A0-7D43BFF0B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Verification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071BC4F-D599-1F66-0F67-6AC5A90E8F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3877376"/>
              </p:ext>
            </p:extLst>
          </p:nvPr>
        </p:nvGraphicFramePr>
        <p:xfrm>
          <a:off x="838200" y="2377833"/>
          <a:ext cx="10515600" cy="227437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525565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860307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5932945"/>
                    </a:ext>
                  </a:extLst>
                </a:gridCol>
              </a:tblGrid>
              <a:tr h="758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Quantity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Run results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792457"/>
                  </a:ext>
                </a:extLst>
              </a:tr>
              <a:tr h="758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(v(t+1))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0.4864988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0.4864988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146862"/>
                  </a:ext>
                </a:extLst>
              </a:tr>
              <a:tr h="758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(x(t+1))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0.5038855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0.5038855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70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6950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1B8B-B347-56A1-3D24-B877CBC9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41B8-F848-46D4-8D44-5D75A55A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across iterations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32CB5E-A332-0684-550D-9C79C5F50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247509"/>
              </p:ext>
            </p:extLst>
          </p:nvPr>
        </p:nvGraphicFramePr>
        <p:xfrm>
          <a:off x="838200" y="3086894"/>
          <a:ext cx="10515600" cy="22860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63976700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164435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389603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68262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54987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Particle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(x(t))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(v(t))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(x(t+1))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06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0.01739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0.00000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0.50389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606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0.50389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0.48650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0.86168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86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0.86168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0.35779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0.81829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363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0.81829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−0.04339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0.74494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513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4897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39323-0470-A6F5-6135-2E9626D1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4041-4501-EA07-CDDA-2DAEC8784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observations: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4652F-F488-BAEC-D82C-8E8FD1A59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PSO implementation was first tested and verified mathematically</a:t>
            </a:r>
          </a:p>
          <a:p>
            <a:r>
              <a:rPr lang="en-US" dirty="0"/>
              <a:t>Runtime behavior of particles was carefully observed</a:t>
            </a:r>
          </a:p>
          <a:p>
            <a:r>
              <a:rPr lang="en-US" dirty="0"/>
              <a:t>Testing revealed limitation in exploration and convergence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4295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BB723-17CE-B568-DCEA-7A06C46D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026D-0F90-0C68-E635-FD423891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Observed during PSO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0B1CE-CA74-2684-AC9B-53DDA8D41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particles remained stationary for multiple iterations </a:t>
            </a:r>
          </a:p>
          <a:p>
            <a:r>
              <a:rPr lang="en-US" dirty="0"/>
              <a:t>Global best particle dominated early</a:t>
            </a:r>
          </a:p>
          <a:p>
            <a:r>
              <a:rPr lang="en-US" dirty="0"/>
              <a:t>Inertial weight behaved the same regardless of the optimization progress</a:t>
            </a:r>
          </a:p>
          <a:p>
            <a:r>
              <a:rPr lang="en-US" dirty="0"/>
              <a:t>The weights of the c1 and c2 are constant </a:t>
            </a:r>
          </a:p>
        </p:txBody>
      </p:sp>
    </p:spTree>
    <p:extLst>
      <p:ext uri="{BB962C8B-B14F-4D97-AF65-F5344CB8AC3E}">
        <p14:creationId xmlns:p14="http://schemas.microsoft.com/office/powerpoint/2010/main" val="4021309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960F5-3B87-03C1-DF42-ACD8BEB0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1006-219C-9C06-2481-9E875FA8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issue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E06B-B718-D450-6F4E-CABB1494F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testing outputs:</a:t>
            </a:r>
          </a:p>
          <a:p>
            <a:pPr marL="0" indent="0">
              <a:buNone/>
            </a:pPr>
            <a:r>
              <a:rPr lang="en-US" dirty="0"/>
              <a:t>1. certain particles showed :</a:t>
            </a:r>
          </a:p>
          <a:p>
            <a:pPr marL="0" indent="0">
              <a:buNone/>
            </a:pPr>
            <a:r>
              <a:rPr lang="en-US" dirty="0"/>
              <a:t>1- no change in position </a:t>
            </a:r>
          </a:p>
          <a:p>
            <a:pPr marL="0" indent="0">
              <a:buNone/>
            </a:pPr>
            <a:r>
              <a:rPr lang="en-US" dirty="0"/>
              <a:t>This behavior is mathematically correct but reduces swarm diversity  </a:t>
            </a:r>
          </a:p>
        </p:txBody>
      </p:sp>
    </p:spTree>
    <p:extLst>
      <p:ext uri="{BB962C8B-B14F-4D97-AF65-F5344CB8AC3E}">
        <p14:creationId xmlns:p14="http://schemas.microsoft.com/office/powerpoint/2010/main" val="24511798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EE3BF-B92B-01BD-1B97-CD95D291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338E-D4DE-7FC6-5E78-913EE681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Stagnation impact 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50AEB-A611-DC73-2F58-A2E0CFE44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Loss of exploration</a:t>
            </a:r>
          </a:p>
          <a:p>
            <a:r>
              <a:rPr lang="en-US" dirty="0"/>
              <a:t>Reduces chance of discovering better solutions </a:t>
            </a:r>
          </a:p>
          <a:p>
            <a:r>
              <a:rPr lang="en-US" dirty="0"/>
              <a:t>High risk of stuck on local minima </a:t>
            </a:r>
          </a:p>
        </p:txBody>
      </p:sp>
    </p:spTree>
    <p:extLst>
      <p:ext uri="{BB962C8B-B14F-4D97-AF65-F5344CB8AC3E}">
        <p14:creationId xmlns:p14="http://schemas.microsoft.com/office/powerpoint/2010/main" val="41882172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492C7-EC57-B985-6303-83E9C854C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C999-7739-3B15-7470-8E907B8C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issue (fixed inertial schedule)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83D9-5834-2EDF-1204-911A23FB7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 inertia weight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W(t) = </a:t>
            </a:r>
            <a:r>
              <a:rPr lang="en-US" dirty="0" err="1"/>
              <a:t>Wmax</a:t>
            </a:r>
            <a:r>
              <a:rPr lang="en-US" dirty="0"/>
              <a:t> – t*(</a:t>
            </a:r>
            <a:r>
              <a:rPr lang="en-US" dirty="0" err="1"/>
              <a:t>Wmax</a:t>
            </a:r>
            <a:r>
              <a:rPr lang="en-US" dirty="0"/>
              <a:t> - </a:t>
            </a:r>
            <a:r>
              <a:rPr lang="en-US" dirty="0" err="1"/>
              <a:t>Wmin</a:t>
            </a:r>
            <a:r>
              <a:rPr lang="en-US" dirty="0"/>
              <a:t>)/t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02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ED59-0EC7-C8C3-D212-6C9703ED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74ED-0AF5-1BB6-370F-4F5D2B5F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problems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C88009-311A-834D-4CF3-5A3BB8D0FD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3121436"/>
              </p:ext>
            </p:extLst>
          </p:nvPr>
        </p:nvGraphicFramePr>
        <p:xfrm>
          <a:off x="838200" y="2162868"/>
          <a:ext cx="10515600" cy="305081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334887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18890379"/>
                    </a:ext>
                  </a:extLst>
                </a:gridCol>
              </a:tblGrid>
              <a:tr h="762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Evidence from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43387"/>
                  </a:ext>
                </a:extLst>
              </a:tr>
              <a:tr h="762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Particle stagnation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No position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552155"/>
                  </a:ext>
                </a:extLst>
              </a:tr>
              <a:tr h="762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Early convergence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Fitness stopped improving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982684"/>
                  </a:ext>
                </a:extLst>
              </a:tr>
              <a:tr h="762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Rigid exploration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Fixed inertia decay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164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3083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CA69-9460-15CA-038E-2ED00251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8E7A-9469-E346-9006-BA44111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C9F75-B3B8-FCB2-0FCA-FB2DA9715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adaptive inertia weight</a:t>
            </a:r>
          </a:p>
          <a:p>
            <a:r>
              <a:rPr lang="en-US" dirty="0"/>
              <a:t>2. improving exploration </a:t>
            </a:r>
          </a:p>
        </p:txBody>
      </p:sp>
    </p:spTree>
    <p:extLst>
      <p:ext uri="{BB962C8B-B14F-4D97-AF65-F5344CB8AC3E}">
        <p14:creationId xmlns:p14="http://schemas.microsoft.com/office/powerpoint/2010/main" val="11542350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09789-6873-E1F9-0723-E024E6A01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B4C3-630B-B759-DB5C-8B932E8F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inertia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C16E1-6EB3-BEE3-202B-9FA66E862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W(t) = </a:t>
            </a:r>
            <a:r>
              <a:rPr lang="en-US" dirty="0" err="1"/>
              <a:t>Wmax</a:t>
            </a:r>
            <a:r>
              <a:rPr lang="en-US" dirty="0"/>
              <a:t>  + (</a:t>
            </a:r>
            <a:r>
              <a:rPr lang="en-US" dirty="0" err="1"/>
              <a:t>Wmax</a:t>
            </a:r>
            <a:r>
              <a:rPr lang="en-US" dirty="0"/>
              <a:t> - </a:t>
            </a:r>
            <a:r>
              <a:rPr lang="en-US" dirty="0" err="1"/>
              <a:t>Wmin</a:t>
            </a:r>
            <a:r>
              <a:rPr lang="en-US" dirty="0"/>
              <a:t>)* f(t)/f(0)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f(t): current global best fitness</a:t>
            </a:r>
          </a:p>
          <a:p>
            <a:pPr marL="0" indent="0">
              <a:buNone/>
            </a:pPr>
            <a:r>
              <a:rPr lang="en-US" dirty="0"/>
              <a:t>f(0): initial global best fitness</a:t>
            </a:r>
          </a:p>
        </p:txBody>
      </p:sp>
    </p:spTree>
    <p:extLst>
      <p:ext uri="{BB962C8B-B14F-4D97-AF65-F5344CB8AC3E}">
        <p14:creationId xmlns:p14="http://schemas.microsoft.com/office/powerpoint/2010/main" val="31029920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6FD5-FACE-EE96-764C-F3DEECC0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9BA7-490F-D728-D56A-A8BB080DD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adaptive inertia improved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4C2A-98D9-843E-2F82-04966AAFE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Inertia stayed high when fitness stagnated</a:t>
            </a:r>
          </a:p>
          <a:p>
            <a:r>
              <a:rPr lang="en-US" dirty="0"/>
              <a:t>Exploration was preserved longer</a:t>
            </a:r>
          </a:p>
          <a:p>
            <a:r>
              <a:rPr lang="en-US" dirty="0"/>
              <a:t>Exploitation stayed as it is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0329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060C3-8BA4-FE6B-E4B1-1607DDB74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EC68-976B-77A1-AE9C-CF69C06E9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2: if there is no improvement detected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BD04B-E10F-C8D8-EDD2-CCB5042B6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 reset particle position randomly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Its benefits:</a:t>
            </a:r>
          </a:p>
          <a:p>
            <a:pPr marL="514350" indent="-514350">
              <a:buAutoNum type="arabicPeriod"/>
            </a:pPr>
            <a:r>
              <a:rPr lang="en-US" dirty="0"/>
              <a:t>Prevents particle freezing </a:t>
            </a:r>
          </a:p>
          <a:p>
            <a:pPr marL="514350" indent="-514350">
              <a:buAutoNum type="arabicPeriod"/>
            </a:pPr>
            <a:r>
              <a:rPr lang="en-US" dirty="0"/>
              <a:t>Forced exploration of new regions </a:t>
            </a:r>
          </a:p>
          <a:p>
            <a:pPr marL="514350" indent="-514350">
              <a:buAutoNum type="arabicPeriod"/>
            </a:pPr>
            <a:r>
              <a:rPr lang="en-US" dirty="0"/>
              <a:t>Restores unimproved particles </a:t>
            </a:r>
          </a:p>
        </p:txBody>
      </p:sp>
    </p:spTree>
    <p:extLst>
      <p:ext uri="{BB962C8B-B14F-4D97-AF65-F5344CB8AC3E}">
        <p14:creationId xmlns:p14="http://schemas.microsoft.com/office/powerpoint/2010/main" val="37651018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5081-C092-437A-8D8B-D47D9E39E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0E843-560A-6EC7-C6EE-DE6FD88F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vs improved PSO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BF0091-8A0D-63B6-FF30-BBFA9C42D9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01965"/>
              </p:ext>
            </p:extLst>
          </p:nvPr>
        </p:nvGraphicFramePr>
        <p:xfrm>
          <a:off x="838200" y="2904013"/>
          <a:ext cx="10515600" cy="306364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135563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438013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85030340"/>
                    </a:ext>
                  </a:extLst>
                </a:gridCol>
              </a:tblGrid>
              <a:tr h="76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Original PSO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Improved PSO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593367"/>
                  </a:ext>
                </a:extLst>
              </a:tr>
              <a:tr h="76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Inertia 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Linear decay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Fitness-adaptive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008845"/>
                  </a:ext>
                </a:extLst>
              </a:tr>
              <a:tr h="76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Exploration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Fixed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Dynamic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95096"/>
                  </a:ext>
                </a:extLst>
              </a:tr>
              <a:tr h="765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Stagnation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Re-initialization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416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684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2183</Words>
  <Application>Microsoft Office PowerPoint</Application>
  <PresentationFormat>Widescreen</PresentationFormat>
  <Paragraphs>580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Aptos</vt:lpstr>
      <vt:lpstr>Aptos Display</vt:lpstr>
      <vt:lpstr>Arial</vt:lpstr>
      <vt:lpstr>Cambria Math</vt:lpstr>
      <vt:lpstr>Office Theme</vt:lpstr>
      <vt:lpstr>Activity 1</vt:lpstr>
      <vt:lpstr>Scenario 1: Weekly Distribution Planning Problem</vt:lpstr>
      <vt:lpstr>Selected Optimization Methods</vt:lpstr>
      <vt:lpstr>Lagrange Multiplier Method </vt:lpstr>
      <vt:lpstr>KKT Method</vt:lpstr>
      <vt:lpstr>Optimal Results</vt:lpstr>
      <vt:lpstr>Unconstrained Optimization (Scenario 1)</vt:lpstr>
      <vt:lpstr>Convergence Analysis</vt:lpstr>
      <vt:lpstr>Best Method Evaluation</vt:lpstr>
      <vt:lpstr>Limitations</vt:lpstr>
      <vt:lpstr>Scenario 2</vt:lpstr>
      <vt:lpstr>Method Selection: Gradient Descent</vt:lpstr>
      <vt:lpstr>Gradient Descent Implementation</vt:lpstr>
      <vt:lpstr>Convergence Behavior</vt:lpstr>
      <vt:lpstr>Newton’s Method</vt:lpstr>
      <vt:lpstr>Convergence Analysis </vt:lpstr>
      <vt:lpstr>Objective Function Performance</vt:lpstr>
      <vt:lpstr>Convergence Behavior </vt:lpstr>
      <vt:lpstr>Computational Efficiency</vt:lpstr>
      <vt:lpstr>Scenario 3</vt:lpstr>
      <vt:lpstr>Gradient Descent Method </vt:lpstr>
      <vt:lpstr>Gradient Descent Convergence Behavior</vt:lpstr>
      <vt:lpstr>Newton’s Method</vt:lpstr>
      <vt:lpstr>Newton’s Method Convergence Behavior</vt:lpstr>
      <vt:lpstr>Optimal Solution</vt:lpstr>
      <vt:lpstr>Gradient Descent vs Newton’s Method</vt:lpstr>
      <vt:lpstr>Cont </vt:lpstr>
      <vt:lpstr>Best Method Selection</vt:lpstr>
      <vt:lpstr>Optimization Testing Results &amp; Evaluation Activity 2 </vt:lpstr>
      <vt:lpstr>Activity 2</vt:lpstr>
      <vt:lpstr>Objective Functions Used</vt:lpstr>
      <vt:lpstr>Boxplot Analysis (Single Objective)</vt:lpstr>
      <vt:lpstr>Convergence Analysis (Single Objective)</vt:lpstr>
      <vt:lpstr>Boxplot Analysis (Multi-Objective)</vt:lpstr>
      <vt:lpstr>Convergence Analysis (Multi-Objective)</vt:lpstr>
      <vt:lpstr>Algorithm Comparison Summary</vt:lpstr>
      <vt:lpstr>Limitations</vt:lpstr>
      <vt:lpstr>Proposed Improvements </vt:lpstr>
      <vt:lpstr>PSO testing and improvements  </vt:lpstr>
      <vt:lpstr>Purpose of PSO Testing Code</vt:lpstr>
      <vt:lpstr>PSO Parameters </vt:lpstr>
      <vt:lpstr>Initialization Phase</vt:lpstr>
      <vt:lpstr>Initial Population Inspection</vt:lpstr>
      <vt:lpstr>Objective Function Evaluation</vt:lpstr>
      <vt:lpstr>Fitness Definition for Classification</vt:lpstr>
      <vt:lpstr>PSO Update Equations</vt:lpstr>
      <vt:lpstr>Initial Population (Iteration 0)</vt:lpstr>
      <vt:lpstr>Initial Population (Iteration 0)</vt:lpstr>
      <vt:lpstr>Fitness Evaluation – Iteration 1</vt:lpstr>
      <vt:lpstr>Manual PSO Update – Particle 0 (dimension 0)</vt:lpstr>
      <vt:lpstr>Verification</vt:lpstr>
      <vt:lpstr>Manual PSO Update – Particle1 (dimension 0)</vt:lpstr>
      <vt:lpstr>Verification</vt:lpstr>
      <vt:lpstr>Verification across iterations </vt:lpstr>
      <vt:lpstr>Testing observations:</vt:lpstr>
      <vt:lpstr>Observed during PSO testing</vt:lpstr>
      <vt:lpstr>First issue </vt:lpstr>
      <vt:lpstr>Stagnation impact o</vt:lpstr>
      <vt:lpstr>Second issue (fixed inertial schedule)</vt:lpstr>
      <vt:lpstr>Summary of problems </vt:lpstr>
      <vt:lpstr>Improvements strategy</vt:lpstr>
      <vt:lpstr>Adaptive inertia </vt:lpstr>
      <vt:lpstr>Why adaptive inertia improved the results</vt:lpstr>
      <vt:lpstr>Improvement 2: if there is no improvement detected </vt:lpstr>
      <vt:lpstr>Original vs improved PSO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ALOUDAT</dc:creator>
  <cp:lastModifiedBy>FERAS ALOUDAT</cp:lastModifiedBy>
  <cp:revision>1</cp:revision>
  <dcterms:created xsi:type="dcterms:W3CDTF">2026-01-16T13:28:52Z</dcterms:created>
  <dcterms:modified xsi:type="dcterms:W3CDTF">2026-01-17T18:31:05Z</dcterms:modified>
</cp:coreProperties>
</file>